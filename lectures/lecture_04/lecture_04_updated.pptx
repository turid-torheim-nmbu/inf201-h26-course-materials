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702" r:id="rId5"/>
    <p:sldMasterId id="2147483682" r:id="rId6"/>
  </p:sldMasterIdLst>
  <p:notesMasterIdLst>
    <p:notesMasterId r:id="rId49"/>
  </p:notesMasterIdLst>
  <p:handoutMasterIdLst>
    <p:handoutMasterId r:id="rId50"/>
  </p:handoutMasterIdLst>
  <p:sldIdLst>
    <p:sldId id="298" r:id="rId7"/>
    <p:sldId id="275" r:id="rId8"/>
    <p:sldId id="299" r:id="rId9"/>
    <p:sldId id="336" r:id="rId10"/>
    <p:sldId id="335" r:id="rId11"/>
    <p:sldId id="308" r:id="rId12"/>
    <p:sldId id="301" r:id="rId13"/>
    <p:sldId id="302" r:id="rId14"/>
    <p:sldId id="303" r:id="rId15"/>
    <p:sldId id="304" r:id="rId16"/>
    <p:sldId id="305" r:id="rId17"/>
    <p:sldId id="309" r:id="rId18"/>
    <p:sldId id="310" r:id="rId19"/>
    <p:sldId id="312" r:id="rId20"/>
    <p:sldId id="311" r:id="rId21"/>
    <p:sldId id="313" r:id="rId22"/>
    <p:sldId id="314" r:id="rId23"/>
    <p:sldId id="316" r:id="rId24"/>
    <p:sldId id="318" r:id="rId25"/>
    <p:sldId id="317" r:id="rId26"/>
    <p:sldId id="332" r:id="rId27"/>
    <p:sldId id="333" r:id="rId28"/>
    <p:sldId id="341" r:id="rId29"/>
    <p:sldId id="334" r:id="rId30"/>
    <p:sldId id="322" r:id="rId31"/>
    <p:sldId id="331" r:id="rId32"/>
    <p:sldId id="323" r:id="rId33"/>
    <p:sldId id="324" r:id="rId34"/>
    <p:sldId id="325" r:id="rId35"/>
    <p:sldId id="326" r:id="rId36"/>
    <p:sldId id="327" r:id="rId37"/>
    <p:sldId id="329" r:id="rId38"/>
    <p:sldId id="330" r:id="rId39"/>
    <p:sldId id="307" r:id="rId40"/>
    <p:sldId id="319" r:id="rId41"/>
    <p:sldId id="320" r:id="rId42"/>
    <p:sldId id="321" r:id="rId43"/>
    <p:sldId id="337" r:id="rId44"/>
    <p:sldId id="338" r:id="rId45"/>
    <p:sldId id="342" r:id="rId46"/>
    <p:sldId id="339" r:id="rId47"/>
    <p:sldId id="340" r:id="rId48"/>
  </p:sldIdLst>
  <p:sldSz cx="12192000" cy="6858000"/>
  <p:notesSz cx="7315200" cy="96012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nhold" id="{5AADEC01-7508-0642-B3BD-1CBC3D1F9832}">
          <p14:sldIdLst>
            <p14:sldId id="298"/>
            <p14:sldId id="275"/>
            <p14:sldId id="299"/>
            <p14:sldId id="336"/>
            <p14:sldId id="335"/>
            <p14:sldId id="308"/>
            <p14:sldId id="301"/>
            <p14:sldId id="302"/>
            <p14:sldId id="303"/>
            <p14:sldId id="304"/>
            <p14:sldId id="305"/>
            <p14:sldId id="309"/>
            <p14:sldId id="310"/>
            <p14:sldId id="312"/>
            <p14:sldId id="311"/>
            <p14:sldId id="313"/>
            <p14:sldId id="314"/>
            <p14:sldId id="316"/>
            <p14:sldId id="318"/>
            <p14:sldId id="317"/>
            <p14:sldId id="332"/>
            <p14:sldId id="333"/>
            <p14:sldId id="341"/>
            <p14:sldId id="334"/>
            <p14:sldId id="322"/>
            <p14:sldId id="331"/>
            <p14:sldId id="323"/>
            <p14:sldId id="324"/>
            <p14:sldId id="325"/>
            <p14:sldId id="326"/>
            <p14:sldId id="327"/>
            <p14:sldId id="329"/>
            <p14:sldId id="330"/>
            <p14:sldId id="307"/>
            <p14:sldId id="319"/>
            <p14:sldId id="320"/>
            <p14:sldId id="321"/>
            <p14:sldId id="337"/>
            <p14:sldId id="338"/>
            <p14:sldId id="342"/>
            <p14:sldId id="339"/>
            <p14:sldId id="340"/>
          </p14:sldIdLst>
        </p14:section>
        <p14:section name="Brukerguide" id="{D9A2CF46-8373-DB49-80AD-E06B1C3AA3B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EAF"/>
    <a:srgbClr val="0D3B34"/>
    <a:srgbClr val="DB0039"/>
    <a:srgbClr val="FFD755"/>
    <a:srgbClr val="FFF2C2"/>
    <a:srgbClr val="F7CAB3"/>
    <a:srgbClr val="FFF1C3"/>
    <a:srgbClr val="C8B9C1"/>
    <a:srgbClr val="DB003E"/>
    <a:srgbClr val="DC0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DE2CA-3B22-4BAA-9FD9-1A24FD8523E6}" v="5" dt="2026-09-28T10:32:05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/>
  </p:normalViewPr>
  <p:slideViewPr>
    <p:cSldViewPr snapToGrid="0">
      <p:cViewPr varScale="1">
        <p:scale>
          <a:sx n="74" d="100"/>
          <a:sy n="74" d="100"/>
        </p:scale>
        <p:origin x="37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91" d="100"/>
          <a:sy n="191" d="100"/>
        </p:scale>
        <p:origin x="671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id Torheim" userId="0ffdf5bf-dd1d-4d4e-85af-c2d2f7d0e707" providerId="ADAL" clId="{BC15C103-F9BB-484E-88F7-4CA59F21FAD7}"/>
    <pc:docChg chg="undo redo custSel addSld delSld modSld sldOrd modSection">
      <pc:chgData name="Turid Torheim" userId="0ffdf5bf-dd1d-4d4e-85af-c2d2f7d0e707" providerId="ADAL" clId="{BC15C103-F9BB-484E-88F7-4CA59F21FAD7}" dt="2026-09-28T10:32:12.560" v="10273" actId="20577"/>
      <pc:docMkLst>
        <pc:docMk/>
      </pc:docMkLst>
      <pc:sldChg chg="modSp mod">
        <pc:chgData name="Turid Torheim" userId="0ffdf5bf-dd1d-4d4e-85af-c2d2f7d0e707" providerId="ADAL" clId="{BC15C103-F9BB-484E-88F7-4CA59F21FAD7}" dt="2026-09-26T12:45:51.615" v="9927" actId="20577"/>
        <pc:sldMkLst>
          <pc:docMk/>
          <pc:sldMk cId="3670996640" sldId="275"/>
        </pc:sldMkLst>
        <pc:spChg chg="mod">
          <ac:chgData name="Turid Torheim" userId="0ffdf5bf-dd1d-4d4e-85af-c2d2f7d0e707" providerId="ADAL" clId="{BC15C103-F9BB-484E-88F7-4CA59F21FAD7}" dt="2026-09-26T12:45:51.615" v="9927" actId="20577"/>
          <ac:spMkLst>
            <pc:docMk/>
            <pc:sldMk cId="3670996640" sldId="275"/>
            <ac:spMk id="2" creationId="{7AEC3EE3-510C-AB9B-B930-163D987B2810}"/>
          </ac:spMkLst>
        </pc:spChg>
      </pc:sldChg>
      <pc:sldChg chg="modSp mod">
        <pc:chgData name="Turid Torheim" userId="0ffdf5bf-dd1d-4d4e-85af-c2d2f7d0e707" providerId="ADAL" clId="{BC15C103-F9BB-484E-88F7-4CA59F21FAD7}" dt="2026-09-25T10:27:45.712" v="609" actId="20577"/>
        <pc:sldMkLst>
          <pc:docMk/>
          <pc:sldMk cId="2802403715" sldId="298"/>
        </pc:sldMkLst>
        <pc:spChg chg="mod">
          <ac:chgData name="Turid Torheim" userId="0ffdf5bf-dd1d-4d4e-85af-c2d2f7d0e707" providerId="ADAL" clId="{BC15C103-F9BB-484E-88F7-4CA59F21FAD7}" dt="2026-09-25T10:27:33.905" v="605" actId="20577"/>
          <ac:spMkLst>
            <pc:docMk/>
            <pc:sldMk cId="2802403715" sldId="298"/>
            <ac:spMk id="2" creationId="{6D0B26BB-0EE3-BC0D-6058-249666FE2A04}"/>
          </ac:spMkLst>
        </pc:spChg>
        <pc:spChg chg="mod">
          <ac:chgData name="Turid Torheim" userId="0ffdf5bf-dd1d-4d4e-85af-c2d2f7d0e707" providerId="ADAL" clId="{BC15C103-F9BB-484E-88F7-4CA59F21FAD7}" dt="2026-09-25T10:27:45.712" v="609" actId="20577"/>
          <ac:spMkLst>
            <pc:docMk/>
            <pc:sldMk cId="2802403715" sldId="298"/>
            <ac:spMk id="3" creationId="{1898348F-52CF-3BC9-7D4C-A1A8232828D7}"/>
          </ac:spMkLst>
        </pc:spChg>
      </pc:sldChg>
      <pc:sldChg chg="addSp modSp mod modClrScheme chgLayout">
        <pc:chgData name="Turid Torheim" userId="0ffdf5bf-dd1d-4d4e-85af-c2d2f7d0e707" providerId="ADAL" clId="{BC15C103-F9BB-484E-88F7-4CA59F21FAD7}" dt="2026-09-26T10:50:42.130" v="7180" actId="20577"/>
        <pc:sldMkLst>
          <pc:docMk/>
          <pc:sldMk cId="3215502780" sldId="299"/>
        </pc:sldMkLst>
        <pc:spChg chg="mod ord">
          <ac:chgData name="Turid Torheim" userId="0ffdf5bf-dd1d-4d4e-85af-c2d2f7d0e707" providerId="ADAL" clId="{BC15C103-F9BB-484E-88F7-4CA59F21FAD7}" dt="2026-09-26T10:49:20.679" v="6970" actId="700"/>
          <ac:spMkLst>
            <pc:docMk/>
            <pc:sldMk cId="3215502780" sldId="299"/>
            <ac:spMk id="2" creationId="{B19E154F-431E-3663-52F4-36624D9278A6}"/>
          </ac:spMkLst>
        </pc:spChg>
        <pc:spChg chg="mod ord">
          <ac:chgData name="Turid Torheim" userId="0ffdf5bf-dd1d-4d4e-85af-c2d2f7d0e707" providerId="ADAL" clId="{BC15C103-F9BB-484E-88F7-4CA59F21FAD7}" dt="2026-09-26T10:49:27.701" v="6972" actId="5793"/>
          <ac:spMkLst>
            <pc:docMk/>
            <pc:sldMk cId="3215502780" sldId="299"/>
            <ac:spMk id="3" creationId="{BCEAA8B9-4E99-95FC-F924-B54C3953011E}"/>
          </ac:spMkLst>
        </pc:spChg>
        <pc:spChg chg="add mod ord">
          <ac:chgData name="Turid Torheim" userId="0ffdf5bf-dd1d-4d4e-85af-c2d2f7d0e707" providerId="ADAL" clId="{BC15C103-F9BB-484E-88F7-4CA59F21FAD7}" dt="2026-09-26T10:50:42.130" v="7180" actId="20577"/>
          <ac:spMkLst>
            <pc:docMk/>
            <pc:sldMk cId="3215502780" sldId="299"/>
            <ac:spMk id="4" creationId="{EDC04489-F490-C372-96B0-924E05574104}"/>
          </ac:spMkLst>
        </pc:spChg>
      </pc:sldChg>
      <pc:sldChg chg="addSp delSp modSp add mod modClrScheme chgLayout">
        <pc:chgData name="Turid Torheim" userId="0ffdf5bf-dd1d-4d4e-85af-c2d2f7d0e707" providerId="ADAL" clId="{BC15C103-F9BB-484E-88F7-4CA59F21FAD7}" dt="2026-09-25T13:08:00.165" v="2174" actId="26606"/>
        <pc:sldMkLst>
          <pc:docMk/>
          <pc:sldMk cId="1539811401" sldId="301"/>
        </pc:sldMkLst>
        <pc:spChg chg="mod ord">
          <ac:chgData name="Turid Torheim" userId="0ffdf5bf-dd1d-4d4e-85af-c2d2f7d0e707" providerId="ADAL" clId="{BC15C103-F9BB-484E-88F7-4CA59F21FAD7}" dt="2026-09-25T13:08:00.165" v="2174" actId="26606"/>
          <ac:spMkLst>
            <pc:docMk/>
            <pc:sldMk cId="1539811401" sldId="301"/>
            <ac:spMk id="2" creationId="{7F3E00C4-04FE-5899-687C-A6162B71CA56}"/>
          </ac:spMkLst>
        </pc:spChg>
        <pc:spChg chg="mod">
          <ac:chgData name="Turid Torheim" userId="0ffdf5bf-dd1d-4d4e-85af-c2d2f7d0e707" providerId="ADAL" clId="{BC15C103-F9BB-484E-88F7-4CA59F21FAD7}" dt="2026-09-25T13:08:00.165" v="2174" actId="26606"/>
          <ac:spMkLst>
            <pc:docMk/>
            <pc:sldMk cId="1539811401" sldId="301"/>
            <ac:spMk id="3" creationId="{170C5501-3699-AD21-D39C-E43404B0DBA1}"/>
          </ac:spMkLst>
        </pc:spChg>
        <pc:picChg chg="add mod">
          <ac:chgData name="Turid Torheim" userId="0ffdf5bf-dd1d-4d4e-85af-c2d2f7d0e707" providerId="ADAL" clId="{BC15C103-F9BB-484E-88F7-4CA59F21FAD7}" dt="2026-09-25T13:08:00.165" v="2174" actId="26606"/>
          <ac:picMkLst>
            <pc:docMk/>
            <pc:sldMk cId="1539811401" sldId="301"/>
            <ac:picMk id="6" creationId="{30962E95-40F3-801A-5505-32B0AC67D0EE}"/>
          </ac:picMkLst>
        </pc:picChg>
      </pc:sldChg>
      <pc:sldChg chg="addSp delSp modSp add mod modClrScheme chgLayout">
        <pc:chgData name="Turid Torheim" userId="0ffdf5bf-dd1d-4d4e-85af-c2d2f7d0e707" providerId="ADAL" clId="{BC15C103-F9BB-484E-88F7-4CA59F21FAD7}" dt="2026-09-25T11:47:21.449" v="1381" actId="478"/>
        <pc:sldMkLst>
          <pc:docMk/>
          <pc:sldMk cId="3771968741" sldId="302"/>
        </pc:sldMkLst>
        <pc:spChg chg="mod ord">
          <ac:chgData name="Turid Torheim" userId="0ffdf5bf-dd1d-4d4e-85af-c2d2f7d0e707" providerId="ADAL" clId="{BC15C103-F9BB-484E-88F7-4CA59F21FAD7}" dt="2026-09-25T11:14:29.102" v="957" actId="1035"/>
          <ac:spMkLst>
            <pc:docMk/>
            <pc:sldMk cId="3771968741" sldId="302"/>
            <ac:spMk id="2" creationId="{95A6D89F-7422-1863-EFEE-FCA6E79E36DA}"/>
          </ac:spMkLst>
        </pc:spChg>
        <pc:spChg chg="mod ord">
          <ac:chgData name="Turid Torheim" userId="0ffdf5bf-dd1d-4d4e-85af-c2d2f7d0e707" providerId="ADAL" clId="{BC15C103-F9BB-484E-88F7-4CA59F21FAD7}" dt="2026-09-25T11:45:25.512" v="1314" actId="20577"/>
          <ac:spMkLst>
            <pc:docMk/>
            <pc:sldMk cId="3771968741" sldId="302"/>
            <ac:spMk id="3" creationId="{03C66055-F30A-354F-D5DF-5DC327F98A54}"/>
          </ac:spMkLst>
        </pc:spChg>
        <pc:picChg chg="add mod">
          <ac:chgData name="Turid Torheim" userId="0ffdf5bf-dd1d-4d4e-85af-c2d2f7d0e707" providerId="ADAL" clId="{BC15C103-F9BB-484E-88F7-4CA59F21FAD7}" dt="2026-09-25T11:18:39.014" v="1117" actId="1076"/>
          <ac:picMkLst>
            <pc:docMk/>
            <pc:sldMk cId="3771968741" sldId="302"/>
            <ac:picMk id="8" creationId="{3A2C5263-E829-E7BF-453E-37DEDBCE3C8E}"/>
          </ac:picMkLst>
        </pc:picChg>
      </pc:sldChg>
      <pc:sldChg chg="modSp add mod">
        <pc:chgData name="Turid Torheim" userId="0ffdf5bf-dd1d-4d4e-85af-c2d2f7d0e707" providerId="ADAL" clId="{BC15C103-F9BB-484E-88F7-4CA59F21FAD7}" dt="2026-09-25T12:04:37.305" v="1832" actId="20577"/>
        <pc:sldMkLst>
          <pc:docMk/>
          <pc:sldMk cId="3402362969" sldId="303"/>
        </pc:sldMkLst>
        <pc:spChg chg="mod">
          <ac:chgData name="Turid Torheim" userId="0ffdf5bf-dd1d-4d4e-85af-c2d2f7d0e707" providerId="ADAL" clId="{BC15C103-F9BB-484E-88F7-4CA59F21FAD7}" dt="2026-09-25T12:04:37.305" v="1832" actId="20577"/>
          <ac:spMkLst>
            <pc:docMk/>
            <pc:sldMk cId="3402362969" sldId="303"/>
            <ac:spMk id="5" creationId="{98D46FB4-E2B1-83EC-5A1A-44F56B8778F5}"/>
          </ac:spMkLst>
        </pc:spChg>
      </pc:sldChg>
      <pc:sldChg chg="addSp delSp modSp add mod ord modClrScheme chgLayout">
        <pc:chgData name="Turid Torheim" userId="0ffdf5bf-dd1d-4d4e-85af-c2d2f7d0e707" providerId="ADAL" clId="{BC15C103-F9BB-484E-88F7-4CA59F21FAD7}" dt="2026-09-25T19:39:25.216" v="2817" actId="20577"/>
        <pc:sldMkLst>
          <pc:docMk/>
          <pc:sldMk cId="130749049" sldId="304"/>
        </pc:sldMkLst>
        <pc:spChg chg="mod ord">
          <ac:chgData name="Turid Torheim" userId="0ffdf5bf-dd1d-4d4e-85af-c2d2f7d0e707" providerId="ADAL" clId="{BC15C103-F9BB-484E-88F7-4CA59F21FAD7}" dt="2026-09-25T19:38:58.988" v="2815" actId="700"/>
          <ac:spMkLst>
            <pc:docMk/>
            <pc:sldMk cId="130749049" sldId="304"/>
            <ac:spMk id="2" creationId="{FAE77220-A66A-A8F1-22BF-EA2206859C34}"/>
          </ac:spMkLst>
        </pc:spChg>
        <pc:spChg chg="mod ord">
          <ac:chgData name="Turid Torheim" userId="0ffdf5bf-dd1d-4d4e-85af-c2d2f7d0e707" providerId="ADAL" clId="{BC15C103-F9BB-484E-88F7-4CA59F21FAD7}" dt="2026-09-25T19:39:25.216" v="2817" actId="20577"/>
          <ac:spMkLst>
            <pc:docMk/>
            <pc:sldMk cId="130749049" sldId="304"/>
            <ac:spMk id="3" creationId="{8626B03E-6120-FF9A-47CC-E913156426C0}"/>
          </ac:spMkLst>
        </pc:spChg>
        <pc:spChg chg="add mod ord">
          <ac:chgData name="Turid Torheim" userId="0ffdf5bf-dd1d-4d4e-85af-c2d2f7d0e707" providerId="ADAL" clId="{BC15C103-F9BB-484E-88F7-4CA59F21FAD7}" dt="2026-09-25T19:39:01.908" v="2816"/>
          <ac:spMkLst>
            <pc:docMk/>
            <pc:sldMk cId="130749049" sldId="304"/>
            <ac:spMk id="17" creationId="{74709D35-5C43-F829-592B-249B017D720B}"/>
          </ac:spMkLst>
        </pc:spChg>
      </pc:sldChg>
      <pc:sldChg chg="addSp modSp add mod modClrScheme chgLayout">
        <pc:chgData name="Turid Torheim" userId="0ffdf5bf-dd1d-4d4e-85af-c2d2f7d0e707" providerId="ADAL" clId="{BC15C103-F9BB-484E-88F7-4CA59F21FAD7}" dt="2026-09-25T19:40:58.751" v="2829" actId="20577"/>
        <pc:sldMkLst>
          <pc:docMk/>
          <pc:sldMk cId="818274878" sldId="305"/>
        </pc:sldMkLst>
        <pc:spChg chg="mod ord">
          <ac:chgData name="Turid Torheim" userId="0ffdf5bf-dd1d-4d4e-85af-c2d2f7d0e707" providerId="ADAL" clId="{BC15C103-F9BB-484E-88F7-4CA59F21FAD7}" dt="2026-09-25T19:14:24.248" v="2309" actId="26606"/>
          <ac:spMkLst>
            <pc:docMk/>
            <pc:sldMk cId="818274878" sldId="305"/>
            <ac:spMk id="2" creationId="{F482FB5A-2045-ACD0-EFB0-FB5E584BE296}"/>
          </ac:spMkLst>
        </pc:spChg>
        <pc:spChg chg="mod">
          <ac:chgData name="Turid Torheim" userId="0ffdf5bf-dd1d-4d4e-85af-c2d2f7d0e707" providerId="ADAL" clId="{BC15C103-F9BB-484E-88F7-4CA59F21FAD7}" dt="2026-09-25T19:40:58.751" v="2829" actId="20577"/>
          <ac:spMkLst>
            <pc:docMk/>
            <pc:sldMk cId="818274878" sldId="305"/>
            <ac:spMk id="3" creationId="{46E45CF4-48AA-0229-C1A4-BB31E05F6C8A}"/>
          </ac:spMkLst>
        </pc:spChg>
        <pc:spChg chg="add mod">
          <ac:chgData name="Turid Torheim" userId="0ffdf5bf-dd1d-4d4e-85af-c2d2f7d0e707" providerId="ADAL" clId="{BC15C103-F9BB-484E-88F7-4CA59F21FAD7}" dt="2026-09-25T19:16:22.613" v="2328" actId="1076"/>
          <ac:spMkLst>
            <pc:docMk/>
            <pc:sldMk cId="818274878" sldId="305"/>
            <ac:spMk id="6" creationId="{6D241575-6DCE-4173-4692-A3EC4E3571EE}"/>
          </ac:spMkLst>
        </pc:spChg>
        <pc:picChg chg="add mod">
          <ac:chgData name="Turid Torheim" userId="0ffdf5bf-dd1d-4d4e-85af-c2d2f7d0e707" providerId="ADAL" clId="{BC15C103-F9BB-484E-88F7-4CA59F21FAD7}" dt="2026-09-25T19:14:24.248" v="2309" actId="26606"/>
          <ac:picMkLst>
            <pc:docMk/>
            <pc:sldMk cId="818274878" sldId="305"/>
            <ac:picMk id="4" creationId="{1B5B150C-3E7F-1BC5-66DF-2EBBC598B99F}"/>
          </ac:picMkLst>
        </pc:picChg>
      </pc:sldChg>
      <pc:sldChg chg="addSp delSp modSp add mod">
        <pc:chgData name="Turid Torheim" userId="0ffdf5bf-dd1d-4d4e-85af-c2d2f7d0e707" providerId="ADAL" clId="{BC15C103-F9BB-484E-88F7-4CA59F21FAD7}" dt="2026-09-26T09:12:44.178" v="4101" actId="478"/>
        <pc:sldMkLst>
          <pc:docMk/>
          <pc:sldMk cId="2280697441" sldId="307"/>
        </pc:sldMkLst>
        <pc:spChg chg="add mod">
          <ac:chgData name="Turid Torheim" userId="0ffdf5bf-dd1d-4d4e-85af-c2d2f7d0e707" providerId="ADAL" clId="{BC15C103-F9BB-484E-88F7-4CA59F21FAD7}" dt="2026-09-25T19:18:14.206" v="2342" actId="1076"/>
          <ac:spMkLst>
            <pc:docMk/>
            <pc:sldMk cId="2280697441" sldId="307"/>
            <ac:spMk id="9" creationId="{B9F48AEA-456D-CA69-EC1C-045D5052A8D1}"/>
          </ac:spMkLst>
        </pc:spChg>
        <pc:picChg chg="add mod">
          <ac:chgData name="Turid Torheim" userId="0ffdf5bf-dd1d-4d4e-85af-c2d2f7d0e707" providerId="ADAL" clId="{BC15C103-F9BB-484E-88F7-4CA59F21FAD7}" dt="2026-09-25T19:17:44.473" v="2334" actId="1076"/>
          <ac:picMkLst>
            <pc:docMk/>
            <pc:sldMk cId="2280697441" sldId="307"/>
            <ac:picMk id="7" creationId="{5435D6C9-801A-0930-9B15-89607E5222FC}"/>
          </ac:picMkLst>
        </pc:picChg>
      </pc:sldChg>
      <pc:sldChg chg="addSp delSp modSp add mod ord">
        <pc:chgData name="Turid Torheim" userId="0ffdf5bf-dd1d-4d4e-85af-c2d2f7d0e707" providerId="ADAL" clId="{BC15C103-F9BB-484E-88F7-4CA59F21FAD7}" dt="2026-09-25T19:25:48.604" v="2790"/>
        <pc:sldMkLst>
          <pc:docMk/>
          <pc:sldMk cId="3186027578" sldId="308"/>
        </pc:sldMkLst>
      </pc:sldChg>
      <pc:sldChg chg="addSp delSp modSp add mod modClrScheme chgLayout">
        <pc:chgData name="Turid Torheim" userId="0ffdf5bf-dd1d-4d4e-85af-c2d2f7d0e707" providerId="ADAL" clId="{BC15C103-F9BB-484E-88F7-4CA59F21FAD7}" dt="2026-09-26T10:30:30.961" v="6040" actId="20577"/>
        <pc:sldMkLst>
          <pc:docMk/>
          <pc:sldMk cId="17621242" sldId="309"/>
        </pc:sldMkLst>
        <pc:spChg chg="mod ord">
          <ac:chgData name="Turid Torheim" userId="0ffdf5bf-dd1d-4d4e-85af-c2d2f7d0e707" providerId="ADAL" clId="{BC15C103-F9BB-484E-88F7-4CA59F21FAD7}" dt="2026-09-26T10:30:30.961" v="6040" actId="20577"/>
          <ac:spMkLst>
            <pc:docMk/>
            <pc:sldMk cId="17621242" sldId="309"/>
            <ac:spMk id="2" creationId="{83395875-0BA4-5973-4290-26F8B7F77F78}"/>
          </ac:spMkLst>
        </pc:spChg>
        <pc:spChg chg="mod ord">
          <ac:chgData name="Turid Torheim" userId="0ffdf5bf-dd1d-4d4e-85af-c2d2f7d0e707" providerId="ADAL" clId="{BC15C103-F9BB-484E-88F7-4CA59F21FAD7}" dt="2026-09-25T19:57:33.398" v="2965" actId="1076"/>
          <ac:spMkLst>
            <pc:docMk/>
            <pc:sldMk cId="17621242" sldId="309"/>
            <ac:spMk id="3" creationId="{277743DC-F935-F4FC-ABEC-249281ADBE54}"/>
          </ac:spMkLst>
        </pc:spChg>
        <pc:spChg chg="add mod ord">
          <ac:chgData name="Turid Torheim" userId="0ffdf5bf-dd1d-4d4e-85af-c2d2f7d0e707" providerId="ADAL" clId="{BC15C103-F9BB-484E-88F7-4CA59F21FAD7}" dt="2026-09-25T19:58:51.917" v="2969" actId="5793"/>
          <ac:spMkLst>
            <pc:docMk/>
            <pc:sldMk cId="17621242" sldId="309"/>
            <ac:spMk id="5" creationId="{A04A0331-71E1-F932-3147-A9772318A401}"/>
          </ac:spMkLst>
        </pc:spChg>
      </pc:sldChg>
      <pc:sldChg chg="addSp modSp add mod">
        <pc:chgData name="Turid Torheim" userId="0ffdf5bf-dd1d-4d4e-85af-c2d2f7d0e707" providerId="ADAL" clId="{BC15C103-F9BB-484E-88F7-4CA59F21FAD7}" dt="2026-09-25T20:23:54.681" v="3918" actId="1076"/>
        <pc:sldMkLst>
          <pc:docMk/>
          <pc:sldMk cId="143354732" sldId="310"/>
        </pc:sldMkLst>
        <pc:spChg chg="mod">
          <ac:chgData name="Turid Torheim" userId="0ffdf5bf-dd1d-4d4e-85af-c2d2f7d0e707" providerId="ADAL" clId="{BC15C103-F9BB-484E-88F7-4CA59F21FAD7}" dt="2026-09-25T20:00:06.681" v="3002" actId="20577"/>
          <ac:spMkLst>
            <pc:docMk/>
            <pc:sldMk cId="143354732" sldId="310"/>
            <ac:spMk id="2" creationId="{390A2FE8-A90D-5CFF-4F15-11E0AE3389C8}"/>
          </ac:spMkLst>
        </pc:spChg>
        <pc:spChg chg="mod">
          <ac:chgData name="Turid Torheim" userId="0ffdf5bf-dd1d-4d4e-85af-c2d2f7d0e707" providerId="ADAL" clId="{BC15C103-F9BB-484E-88F7-4CA59F21FAD7}" dt="2026-09-25T20:11:15.725" v="3219" actId="20577"/>
          <ac:spMkLst>
            <pc:docMk/>
            <pc:sldMk cId="143354732" sldId="310"/>
            <ac:spMk id="3" creationId="{58A2803F-29D6-F8CF-B6BC-CF2A1BB2F6BC}"/>
          </ac:spMkLst>
        </pc:spChg>
        <pc:spChg chg="mod">
          <ac:chgData name="Turid Torheim" userId="0ffdf5bf-dd1d-4d4e-85af-c2d2f7d0e707" providerId="ADAL" clId="{BC15C103-F9BB-484E-88F7-4CA59F21FAD7}" dt="2026-09-25T19:59:16.138" v="2977" actId="20577"/>
          <ac:spMkLst>
            <pc:docMk/>
            <pc:sldMk cId="143354732" sldId="310"/>
            <ac:spMk id="5" creationId="{BA57DB72-388D-5B47-80CC-407E4C564D5A}"/>
          </ac:spMkLst>
        </pc:spChg>
        <pc:spChg chg="add mod">
          <ac:chgData name="Turid Torheim" userId="0ffdf5bf-dd1d-4d4e-85af-c2d2f7d0e707" providerId="ADAL" clId="{BC15C103-F9BB-484E-88F7-4CA59F21FAD7}" dt="2026-09-25T20:23:54.681" v="3918" actId="1076"/>
          <ac:spMkLst>
            <pc:docMk/>
            <pc:sldMk cId="143354732" sldId="310"/>
            <ac:spMk id="8" creationId="{CC5890B7-ACED-2744-ACE9-11D471BF56A1}"/>
          </ac:spMkLst>
        </pc:spChg>
        <pc:picChg chg="add mod">
          <ac:chgData name="Turid Torheim" userId="0ffdf5bf-dd1d-4d4e-85af-c2d2f7d0e707" providerId="ADAL" clId="{BC15C103-F9BB-484E-88F7-4CA59F21FAD7}" dt="2026-09-25T20:01:17.882" v="3057" actId="1076"/>
          <ac:picMkLst>
            <pc:docMk/>
            <pc:sldMk cId="143354732" sldId="310"/>
            <ac:picMk id="6" creationId="{F7994079-8984-31FF-B7E1-C28CAC8A28C3}"/>
          </ac:picMkLst>
        </pc:picChg>
      </pc:sldChg>
      <pc:sldChg chg="addSp modSp add mod">
        <pc:chgData name="Turid Torheim" userId="0ffdf5bf-dd1d-4d4e-85af-c2d2f7d0e707" providerId="ADAL" clId="{BC15C103-F9BB-484E-88F7-4CA59F21FAD7}" dt="2026-09-25T20:24:20.011" v="3924" actId="1076"/>
        <pc:sldMkLst>
          <pc:docMk/>
          <pc:sldMk cId="35626920" sldId="311"/>
        </pc:sldMkLst>
        <pc:spChg chg="mod">
          <ac:chgData name="Turid Torheim" userId="0ffdf5bf-dd1d-4d4e-85af-c2d2f7d0e707" providerId="ADAL" clId="{BC15C103-F9BB-484E-88F7-4CA59F21FAD7}" dt="2026-09-25T20:05:49.209" v="3191" actId="20577"/>
          <ac:spMkLst>
            <pc:docMk/>
            <pc:sldMk cId="35626920" sldId="311"/>
            <ac:spMk id="2" creationId="{DF910F0B-7BC9-3A75-C67C-8D1E742AD69B}"/>
          </ac:spMkLst>
        </pc:spChg>
        <pc:spChg chg="mod">
          <ac:chgData name="Turid Torheim" userId="0ffdf5bf-dd1d-4d4e-85af-c2d2f7d0e707" providerId="ADAL" clId="{BC15C103-F9BB-484E-88F7-4CA59F21FAD7}" dt="2026-09-25T20:14:07.957" v="3410" actId="20577"/>
          <ac:spMkLst>
            <pc:docMk/>
            <pc:sldMk cId="35626920" sldId="311"/>
            <ac:spMk id="3" creationId="{0F82632B-5970-B4CE-1507-FFD3B3D42F32}"/>
          </ac:spMkLst>
        </pc:spChg>
        <pc:spChg chg="add mod">
          <ac:chgData name="Turid Torheim" userId="0ffdf5bf-dd1d-4d4e-85af-c2d2f7d0e707" providerId="ADAL" clId="{BC15C103-F9BB-484E-88F7-4CA59F21FAD7}" dt="2026-09-25T20:24:20.011" v="3924" actId="1076"/>
          <ac:spMkLst>
            <pc:docMk/>
            <pc:sldMk cId="35626920" sldId="311"/>
            <ac:spMk id="7" creationId="{6ABBDFA7-DF8C-521E-5EFA-AE351F3B8E3C}"/>
          </ac:spMkLst>
        </pc:spChg>
      </pc:sldChg>
      <pc:sldChg chg="addSp modSp add mod">
        <pc:chgData name="Turid Torheim" userId="0ffdf5bf-dd1d-4d4e-85af-c2d2f7d0e707" providerId="ADAL" clId="{BC15C103-F9BB-484E-88F7-4CA59F21FAD7}" dt="2026-09-25T20:24:01.380" v="3920" actId="1076"/>
        <pc:sldMkLst>
          <pc:docMk/>
          <pc:sldMk cId="2024928939" sldId="312"/>
        </pc:sldMkLst>
        <pc:spChg chg="add mod">
          <ac:chgData name="Turid Torheim" userId="0ffdf5bf-dd1d-4d4e-85af-c2d2f7d0e707" providerId="ADAL" clId="{BC15C103-F9BB-484E-88F7-4CA59F21FAD7}" dt="2026-09-25T20:11:46.164" v="3243" actId="207"/>
          <ac:spMkLst>
            <pc:docMk/>
            <pc:sldMk cId="2024928939" sldId="312"/>
            <ac:spMk id="4" creationId="{AF8558FC-4F75-F876-4495-9760245A0454}"/>
          </ac:spMkLst>
        </pc:spChg>
        <pc:spChg chg="add mod">
          <ac:chgData name="Turid Torheim" userId="0ffdf5bf-dd1d-4d4e-85af-c2d2f7d0e707" providerId="ADAL" clId="{BC15C103-F9BB-484E-88F7-4CA59F21FAD7}" dt="2026-09-25T20:11:54.940" v="3253" actId="20577"/>
          <ac:spMkLst>
            <pc:docMk/>
            <pc:sldMk cId="2024928939" sldId="312"/>
            <ac:spMk id="8" creationId="{3162673B-769D-328A-7F47-DA9A6EE7560C}"/>
          </ac:spMkLst>
        </pc:spChg>
        <pc:spChg chg="add mod">
          <ac:chgData name="Turid Torheim" userId="0ffdf5bf-dd1d-4d4e-85af-c2d2f7d0e707" providerId="ADAL" clId="{BC15C103-F9BB-484E-88F7-4CA59F21FAD7}" dt="2026-09-25T20:12:03.209" v="3264" actId="20577"/>
          <ac:spMkLst>
            <pc:docMk/>
            <pc:sldMk cId="2024928939" sldId="312"/>
            <ac:spMk id="10" creationId="{94C2A6B5-B605-18C2-7EDF-2F5171BB38EC}"/>
          </ac:spMkLst>
        </pc:spChg>
        <pc:spChg chg="add mod">
          <ac:chgData name="Turid Torheim" userId="0ffdf5bf-dd1d-4d4e-85af-c2d2f7d0e707" providerId="ADAL" clId="{BC15C103-F9BB-484E-88F7-4CA59F21FAD7}" dt="2026-09-25T20:24:01.380" v="3920" actId="1076"/>
          <ac:spMkLst>
            <pc:docMk/>
            <pc:sldMk cId="2024928939" sldId="312"/>
            <ac:spMk id="12" creationId="{23F5710D-23A5-E280-FCD9-9022DFD078F6}"/>
          </ac:spMkLst>
        </pc:spChg>
      </pc:sldChg>
      <pc:sldChg chg="addSp delSp modSp add mod">
        <pc:chgData name="Turid Torheim" userId="0ffdf5bf-dd1d-4d4e-85af-c2d2f7d0e707" providerId="ADAL" clId="{BC15C103-F9BB-484E-88F7-4CA59F21FAD7}" dt="2026-09-25T20:18:25.921" v="3843" actId="114"/>
        <pc:sldMkLst>
          <pc:docMk/>
          <pc:sldMk cId="954895313" sldId="313"/>
        </pc:sldMkLst>
        <pc:spChg chg="add mod">
          <ac:chgData name="Turid Torheim" userId="0ffdf5bf-dd1d-4d4e-85af-c2d2f7d0e707" providerId="ADAL" clId="{BC15C103-F9BB-484E-88F7-4CA59F21FAD7}" dt="2026-09-25T20:18:25.921" v="3843" actId="114"/>
          <ac:spMkLst>
            <pc:docMk/>
            <pc:sldMk cId="954895313" sldId="313"/>
            <ac:spMk id="4" creationId="{611B4C00-CA2F-C727-622B-9E9AC698E14D}"/>
          </ac:spMkLst>
        </pc:spChg>
      </pc:sldChg>
      <pc:sldChg chg="addSp modSp add mod">
        <pc:chgData name="Turid Torheim" userId="0ffdf5bf-dd1d-4d4e-85af-c2d2f7d0e707" providerId="ADAL" clId="{BC15C103-F9BB-484E-88F7-4CA59F21FAD7}" dt="2026-09-25T20:24:29.769" v="3926" actId="1076"/>
        <pc:sldMkLst>
          <pc:docMk/>
          <pc:sldMk cId="3195045038" sldId="314"/>
        </pc:sldMkLst>
        <pc:spChg chg="mod">
          <ac:chgData name="Turid Torheim" userId="0ffdf5bf-dd1d-4d4e-85af-c2d2f7d0e707" providerId="ADAL" clId="{BC15C103-F9BB-484E-88F7-4CA59F21FAD7}" dt="2026-09-25T20:22:46.954" v="3901" actId="20577"/>
          <ac:spMkLst>
            <pc:docMk/>
            <pc:sldMk cId="3195045038" sldId="314"/>
            <ac:spMk id="2" creationId="{45EAB042-E321-6385-9991-5ACDF709651B}"/>
          </ac:spMkLst>
        </pc:spChg>
        <pc:spChg chg="mod">
          <ac:chgData name="Turid Torheim" userId="0ffdf5bf-dd1d-4d4e-85af-c2d2f7d0e707" providerId="ADAL" clId="{BC15C103-F9BB-484E-88F7-4CA59F21FAD7}" dt="2026-09-25T20:19:49.931" v="3862" actId="20577"/>
          <ac:spMkLst>
            <pc:docMk/>
            <pc:sldMk cId="3195045038" sldId="314"/>
            <ac:spMk id="3" creationId="{B02B70E0-2CF4-6BEB-E75E-6B0E1A3C27F2}"/>
          </ac:spMkLst>
        </pc:spChg>
        <pc:spChg chg="mod">
          <ac:chgData name="Turid Torheim" userId="0ffdf5bf-dd1d-4d4e-85af-c2d2f7d0e707" providerId="ADAL" clId="{BC15C103-F9BB-484E-88F7-4CA59F21FAD7}" dt="2026-09-25T20:20:31.558" v="3894" actId="20577"/>
          <ac:spMkLst>
            <pc:docMk/>
            <pc:sldMk cId="3195045038" sldId="314"/>
            <ac:spMk id="4" creationId="{1A6CE9FA-B676-C73E-EE3C-3C4AA0660576}"/>
          </ac:spMkLst>
        </pc:spChg>
        <pc:spChg chg="add mod">
          <ac:chgData name="Turid Torheim" userId="0ffdf5bf-dd1d-4d4e-85af-c2d2f7d0e707" providerId="ADAL" clId="{BC15C103-F9BB-484E-88F7-4CA59F21FAD7}" dt="2026-09-25T20:24:29.769" v="3926" actId="1076"/>
          <ac:spMkLst>
            <pc:docMk/>
            <pc:sldMk cId="3195045038" sldId="314"/>
            <ac:spMk id="8" creationId="{5C00AD7A-DAB3-C25A-5E66-6A0976949A9B}"/>
          </ac:spMkLst>
        </pc:spChg>
        <pc:picChg chg="add mod">
          <ac:chgData name="Turid Torheim" userId="0ffdf5bf-dd1d-4d4e-85af-c2d2f7d0e707" providerId="ADAL" clId="{BC15C103-F9BB-484E-88F7-4CA59F21FAD7}" dt="2026-09-25T20:23:24.570" v="3911" actId="1076"/>
          <ac:picMkLst>
            <pc:docMk/>
            <pc:sldMk cId="3195045038" sldId="314"/>
            <ac:picMk id="6" creationId="{4993F60C-70D5-25C4-8B18-D90443DAB09A}"/>
          </ac:picMkLst>
        </pc:picChg>
      </pc:sldChg>
      <pc:sldChg chg="addSp delSp modSp new mod modClrScheme chgLayout">
        <pc:chgData name="Turid Torheim" userId="0ffdf5bf-dd1d-4d4e-85af-c2d2f7d0e707" providerId="ADAL" clId="{BC15C103-F9BB-484E-88F7-4CA59F21FAD7}" dt="2026-09-27T18:35:39.125" v="10109" actId="1076"/>
        <pc:sldMkLst>
          <pc:docMk/>
          <pc:sldMk cId="89752032" sldId="316"/>
        </pc:sldMkLst>
        <pc:spChg chg="mod ord">
          <ac:chgData name="Turid Torheim" userId="0ffdf5bf-dd1d-4d4e-85af-c2d2f7d0e707" providerId="ADAL" clId="{BC15C103-F9BB-484E-88F7-4CA59F21FAD7}" dt="2026-09-25T20:29:23.305" v="4004" actId="1076"/>
          <ac:spMkLst>
            <pc:docMk/>
            <pc:sldMk cId="89752032" sldId="316"/>
            <ac:spMk id="3" creationId="{E1344CDF-2F4D-6EFC-6964-74C2C1AB7B29}"/>
          </ac:spMkLst>
        </pc:spChg>
        <pc:spChg chg="add mod ord">
          <ac:chgData name="Turid Torheim" userId="0ffdf5bf-dd1d-4d4e-85af-c2d2f7d0e707" providerId="ADAL" clId="{BC15C103-F9BB-484E-88F7-4CA59F21FAD7}" dt="2026-09-25T20:26:20.427" v="3954" actId="14100"/>
          <ac:spMkLst>
            <pc:docMk/>
            <pc:sldMk cId="89752032" sldId="316"/>
            <ac:spMk id="4" creationId="{96710564-5820-279B-DA63-F6A6C76AA5C2}"/>
          </ac:spMkLst>
        </pc:spChg>
        <pc:spChg chg="add mod ord">
          <ac:chgData name="Turid Torheim" userId="0ffdf5bf-dd1d-4d4e-85af-c2d2f7d0e707" providerId="ADAL" clId="{BC15C103-F9BB-484E-88F7-4CA59F21FAD7}" dt="2026-09-25T20:29:03.032" v="4002" actId="14100"/>
          <ac:spMkLst>
            <pc:docMk/>
            <pc:sldMk cId="89752032" sldId="316"/>
            <ac:spMk id="5" creationId="{6000F8EF-7A14-413C-084B-11E566343D25}"/>
          </ac:spMkLst>
        </pc:spChg>
        <pc:spChg chg="add mod">
          <ac:chgData name="Turid Torheim" userId="0ffdf5bf-dd1d-4d4e-85af-c2d2f7d0e707" providerId="ADAL" clId="{BC15C103-F9BB-484E-88F7-4CA59F21FAD7}" dt="2026-09-27T18:35:39.125" v="10109" actId="1076"/>
          <ac:spMkLst>
            <pc:docMk/>
            <pc:sldMk cId="89752032" sldId="316"/>
            <ac:spMk id="6" creationId="{C6BB2741-CF2C-963B-F765-B5650F6C5879}"/>
          </ac:spMkLst>
        </pc:spChg>
      </pc:sldChg>
      <pc:sldChg chg="addSp delSp modSp add mod">
        <pc:chgData name="Turid Torheim" userId="0ffdf5bf-dd1d-4d4e-85af-c2d2f7d0e707" providerId="ADAL" clId="{BC15C103-F9BB-484E-88F7-4CA59F21FAD7}" dt="2026-09-25T20:36:47.133" v="4089" actId="1076"/>
        <pc:sldMkLst>
          <pc:docMk/>
          <pc:sldMk cId="4215143642" sldId="317"/>
        </pc:sldMkLst>
        <pc:spChg chg="mod">
          <ac:chgData name="Turid Torheim" userId="0ffdf5bf-dd1d-4d4e-85af-c2d2f7d0e707" providerId="ADAL" clId="{BC15C103-F9BB-484E-88F7-4CA59F21FAD7}" dt="2026-09-25T20:33:19.276" v="4054" actId="21"/>
          <ac:spMkLst>
            <pc:docMk/>
            <pc:sldMk cId="4215143642" sldId="317"/>
            <ac:spMk id="3" creationId="{E049A22D-9EEF-A655-595A-5590777283D7}"/>
          </ac:spMkLst>
        </pc:spChg>
        <pc:spChg chg="mod">
          <ac:chgData name="Turid Torheim" userId="0ffdf5bf-dd1d-4d4e-85af-c2d2f7d0e707" providerId="ADAL" clId="{BC15C103-F9BB-484E-88F7-4CA59F21FAD7}" dt="2026-09-25T20:32:19.292" v="4038" actId="20577"/>
          <ac:spMkLst>
            <pc:docMk/>
            <pc:sldMk cId="4215143642" sldId="317"/>
            <ac:spMk id="4" creationId="{1B686294-252F-20CC-5CAD-04D2304A269F}"/>
          </ac:spMkLst>
        </pc:spChg>
        <pc:spChg chg="mod">
          <ac:chgData name="Turid Torheim" userId="0ffdf5bf-dd1d-4d4e-85af-c2d2f7d0e707" providerId="ADAL" clId="{BC15C103-F9BB-484E-88F7-4CA59F21FAD7}" dt="2026-09-25T20:33:50.805" v="4064" actId="1076"/>
          <ac:spMkLst>
            <pc:docMk/>
            <pc:sldMk cId="4215143642" sldId="317"/>
            <ac:spMk id="5" creationId="{961E6440-BCC3-114B-1AC9-083F699D63C3}"/>
          </ac:spMkLst>
        </pc:spChg>
        <pc:spChg chg="add mod">
          <ac:chgData name="Turid Torheim" userId="0ffdf5bf-dd1d-4d4e-85af-c2d2f7d0e707" providerId="ADAL" clId="{BC15C103-F9BB-484E-88F7-4CA59F21FAD7}" dt="2026-09-25T20:36:47.133" v="4089" actId="1076"/>
          <ac:spMkLst>
            <pc:docMk/>
            <pc:sldMk cId="4215143642" sldId="317"/>
            <ac:spMk id="7" creationId="{9C27BBD9-D500-740E-C5A6-B7BD57527EDE}"/>
          </ac:spMkLst>
        </pc:spChg>
        <pc:picChg chg="add mod">
          <ac:chgData name="Turid Torheim" userId="0ffdf5bf-dd1d-4d4e-85af-c2d2f7d0e707" providerId="ADAL" clId="{BC15C103-F9BB-484E-88F7-4CA59F21FAD7}" dt="2026-09-25T20:36:43.623" v="4088" actId="1076"/>
          <ac:picMkLst>
            <pc:docMk/>
            <pc:sldMk cId="4215143642" sldId="317"/>
            <ac:picMk id="9" creationId="{2B62589B-5105-312E-F4B7-012F729BF7A9}"/>
          </ac:picMkLst>
        </pc:picChg>
      </pc:sldChg>
      <pc:sldChg chg="addSp delSp modSp add mod ord">
        <pc:chgData name="Turid Torheim" userId="0ffdf5bf-dd1d-4d4e-85af-c2d2f7d0e707" providerId="ADAL" clId="{BC15C103-F9BB-484E-88F7-4CA59F21FAD7}" dt="2026-09-26T09:10:44.228" v="4091" actId="1076"/>
        <pc:sldMkLst>
          <pc:docMk/>
          <pc:sldMk cId="2550204064" sldId="318"/>
        </pc:sldMkLst>
        <pc:spChg chg="add mod">
          <ac:chgData name="Turid Torheim" userId="0ffdf5bf-dd1d-4d4e-85af-c2d2f7d0e707" providerId="ADAL" clId="{BC15C103-F9BB-484E-88F7-4CA59F21FAD7}" dt="2026-09-25T20:35:10.750" v="4075" actId="1076"/>
          <ac:spMkLst>
            <pc:docMk/>
            <pc:sldMk cId="2550204064" sldId="318"/>
            <ac:spMk id="11" creationId="{27E14E44-957D-0291-B577-B8CFA8E9B218}"/>
          </ac:spMkLst>
        </pc:spChg>
        <pc:spChg chg="add mod">
          <ac:chgData name="Turid Torheim" userId="0ffdf5bf-dd1d-4d4e-85af-c2d2f7d0e707" providerId="ADAL" clId="{BC15C103-F9BB-484E-88F7-4CA59F21FAD7}" dt="2026-09-26T09:10:44.228" v="4091" actId="1076"/>
          <ac:spMkLst>
            <pc:docMk/>
            <pc:sldMk cId="2550204064" sldId="318"/>
            <ac:spMk id="12" creationId="{F13B6CA8-36D1-5381-5973-538BC88346DF}"/>
          </ac:spMkLst>
        </pc:spChg>
        <pc:picChg chg="add mod">
          <ac:chgData name="Turid Torheim" userId="0ffdf5bf-dd1d-4d4e-85af-c2d2f7d0e707" providerId="ADAL" clId="{BC15C103-F9BB-484E-88F7-4CA59F21FAD7}" dt="2026-09-26T09:10:41.365" v="4090" actId="14100"/>
          <ac:picMkLst>
            <pc:docMk/>
            <pc:sldMk cId="2550204064" sldId="318"/>
            <ac:picMk id="9" creationId="{FA0CE74F-1F3D-EC01-8D04-2BE72CA57DE4}"/>
          </ac:picMkLst>
        </pc:picChg>
      </pc:sldChg>
      <pc:sldChg chg="add">
        <pc:chgData name="Turid Torheim" userId="0ffdf5bf-dd1d-4d4e-85af-c2d2f7d0e707" providerId="ADAL" clId="{BC15C103-F9BB-484E-88F7-4CA59F21FAD7}" dt="2026-09-26T09:12:33.297" v="4097" actId="2890"/>
        <pc:sldMkLst>
          <pc:docMk/>
          <pc:sldMk cId="610496341" sldId="319"/>
        </pc:sldMkLst>
      </pc:sldChg>
      <pc:sldChg chg="delSp modSp new mod ord modClrScheme chgLayout">
        <pc:chgData name="Turid Torheim" userId="0ffdf5bf-dd1d-4d4e-85af-c2d2f7d0e707" providerId="ADAL" clId="{BC15C103-F9BB-484E-88F7-4CA59F21FAD7}" dt="2026-09-26T11:42:22.765" v="8981" actId="20577"/>
        <pc:sldMkLst>
          <pc:docMk/>
          <pc:sldMk cId="2077609858" sldId="320"/>
        </pc:sldMkLst>
        <pc:spChg chg="mod ord">
          <ac:chgData name="Turid Torheim" userId="0ffdf5bf-dd1d-4d4e-85af-c2d2f7d0e707" providerId="ADAL" clId="{BC15C103-F9BB-484E-88F7-4CA59F21FAD7}" dt="2026-09-26T11:42:22.765" v="8981" actId="20577"/>
          <ac:spMkLst>
            <pc:docMk/>
            <pc:sldMk cId="2077609858" sldId="320"/>
            <ac:spMk id="2" creationId="{88FFA8D2-ECC1-F030-23E2-F1DAB7A962FC}"/>
          </ac:spMkLst>
        </pc:spChg>
        <pc:spChg chg="mod ord">
          <ac:chgData name="Turid Torheim" userId="0ffdf5bf-dd1d-4d4e-85af-c2d2f7d0e707" providerId="ADAL" clId="{BC15C103-F9BB-484E-88F7-4CA59F21FAD7}" dt="2026-09-26T11:41:16.668" v="8759" actId="14100"/>
          <ac:spMkLst>
            <pc:docMk/>
            <pc:sldMk cId="2077609858" sldId="320"/>
            <ac:spMk id="4" creationId="{87D409D7-437D-A502-C14F-5078B1AC5A4C}"/>
          </ac:spMkLst>
        </pc:spChg>
      </pc:sldChg>
      <pc:sldChg chg="modSp add mod ord">
        <pc:chgData name="Turid Torheim" userId="0ffdf5bf-dd1d-4d4e-85af-c2d2f7d0e707" providerId="ADAL" clId="{BC15C103-F9BB-484E-88F7-4CA59F21FAD7}" dt="2026-09-28T10:32:12.560" v="10273" actId="20577"/>
        <pc:sldMkLst>
          <pc:docMk/>
          <pc:sldMk cId="2106365221" sldId="321"/>
        </pc:sldMkLst>
        <pc:spChg chg="mod">
          <ac:chgData name="Turid Torheim" userId="0ffdf5bf-dd1d-4d4e-85af-c2d2f7d0e707" providerId="ADAL" clId="{BC15C103-F9BB-484E-88F7-4CA59F21FAD7}" dt="2026-09-28T10:32:12.560" v="10273" actId="20577"/>
          <ac:spMkLst>
            <pc:docMk/>
            <pc:sldMk cId="2106365221" sldId="321"/>
            <ac:spMk id="2" creationId="{75831682-F75D-E177-9FBF-D8B333E28603}"/>
          </ac:spMkLst>
        </pc:spChg>
        <pc:spChg chg="mod">
          <ac:chgData name="Turid Torheim" userId="0ffdf5bf-dd1d-4d4e-85af-c2d2f7d0e707" providerId="ADAL" clId="{BC15C103-F9BB-484E-88F7-4CA59F21FAD7}" dt="2026-09-26T09:42:04.230" v="4737" actId="20577"/>
          <ac:spMkLst>
            <pc:docMk/>
            <pc:sldMk cId="2106365221" sldId="321"/>
            <ac:spMk id="4" creationId="{F275AD76-787F-A890-59A0-FA31D64B8ADA}"/>
          </ac:spMkLst>
        </pc:spChg>
      </pc:sldChg>
      <pc:sldChg chg="addSp delSp modSp new mod modClrScheme chgLayout">
        <pc:chgData name="Turid Torheim" userId="0ffdf5bf-dd1d-4d4e-85af-c2d2f7d0e707" providerId="ADAL" clId="{BC15C103-F9BB-484E-88F7-4CA59F21FAD7}" dt="2026-09-26T10:18:00.862" v="5930" actId="478"/>
        <pc:sldMkLst>
          <pc:docMk/>
          <pc:sldMk cId="2314483364" sldId="322"/>
        </pc:sldMkLst>
        <pc:spChg chg="mod ord">
          <ac:chgData name="Turid Torheim" userId="0ffdf5bf-dd1d-4d4e-85af-c2d2f7d0e707" providerId="ADAL" clId="{BC15C103-F9BB-484E-88F7-4CA59F21FAD7}" dt="2026-09-26T09:58:28.687" v="5475" actId="700"/>
          <ac:spMkLst>
            <pc:docMk/>
            <pc:sldMk cId="2314483364" sldId="322"/>
            <ac:spMk id="2" creationId="{10482AA7-2315-3C33-6203-99870A21A5D3}"/>
          </ac:spMkLst>
        </pc:spChg>
        <pc:spChg chg="mod ord">
          <ac:chgData name="Turid Torheim" userId="0ffdf5bf-dd1d-4d4e-85af-c2d2f7d0e707" providerId="ADAL" clId="{BC15C103-F9BB-484E-88F7-4CA59F21FAD7}" dt="2026-09-26T09:58:28.687" v="5475" actId="700"/>
          <ac:spMkLst>
            <pc:docMk/>
            <pc:sldMk cId="2314483364" sldId="322"/>
            <ac:spMk id="4" creationId="{E9659A72-7830-273E-66A5-6298ED324095}"/>
          </ac:spMkLst>
        </pc:spChg>
      </pc:sldChg>
      <pc:sldChg chg="modSp add mod">
        <pc:chgData name="Turid Torheim" userId="0ffdf5bf-dd1d-4d4e-85af-c2d2f7d0e707" providerId="ADAL" clId="{BC15C103-F9BB-484E-88F7-4CA59F21FAD7}" dt="2026-09-26T10:02:16.523" v="5537" actId="20577"/>
        <pc:sldMkLst>
          <pc:docMk/>
          <pc:sldMk cId="1579316471" sldId="323"/>
        </pc:sldMkLst>
        <pc:spChg chg="mod">
          <ac:chgData name="Turid Torheim" userId="0ffdf5bf-dd1d-4d4e-85af-c2d2f7d0e707" providerId="ADAL" clId="{BC15C103-F9BB-484E-88F7-4CA59F21FAD7}" dt="2026-09-26T10:02:16.523" v="5537" actId="20577"/>
          <ac:spMkLst>
            <pc:docMk/>
            <pc:sldMk cId="1579316471" sldId="323"/>
            <ac:spMk id="4" creationId="{E12107F8-9DCA-D43A-0076-43D0F916052D}"/>
          </ac:spMkLst>
        </pc:spChg>
      </pc:sldChg>
      <pc:sldChg chg="modSp add mod">
        <pc:chgData name="Turid Torheim" userId="0ffdf5bf-dd1d-4d4e-85af-c2d2f7d0e707" providerId="ADAL" clId="{BC15C103-F9BB-484E-88F7-4CA59F21FAD7}" dt="2026-09-26T10:01:32.520" v="5533" actId="15"/>
        <pc:sldMkLst>
          <pc:docMk/>
          <pc:sldMk cId="3060911390" sldId="324"/>
        </pc:sldMkLst>
        <pc:spChg chg="mod">
          <ac:chgData name="Turid Torheim" userId="0ffdf5bf-dd1d-4d4e-85af-c2d2f7d0e707" providerId="ADAL" clId="{BC15C103-F9BB-484E-88F7-4CA59F21FAD7}" dt="2026-09-26T10:01:32.520" v="5533" actId="15"/>
          <ac:spMkLst>
            <pc:docMk/>
            <pc:sldMk cId="3060911390" sldId="324"/>
            <ac:spMk id="2" creationId="{6CF1981A-A161-0FEB-7172-AF2F8DF9A160}"/>
          </ac:spMkLst>
        </pc:spChg>
        <pc:spChg chg="mod">
          <ac:chgData name="Turid Torheim" userId="0ffdf5bf-dd1d-4d4e-85af-c2d2f7d0e707" providerId="ADAL" clId="{BC15C103-F9BB-484E-88F7-4CA59F21FAD7}" dt="2026-09-26T09:59:42.279" v="5519" actId="20577"/>
          <ac:spMkLst>
            <pc:docMk/>
            <pc:sldMk cId="3060911390" sldId="324"/>
            <ac:spMk id="4" creationId="{FF638600-68D9-7CDD-13BA-A0B94790A74D}"/>
          </ac:spMkLst>
        </pc:spChg>
      </pc:sldChg>
      <pc:sldChg chg="modSp add mod">
        <pc:chgData name="Turid Torheim" userId="0ffdf5bf-dd1d-4d4e-85af-c2d2f7d0e707" providerId="ADAL" clId="{BC15C103-F9BB-484E-88F7-4CA59F21FAD7}" dt="2026-09-26T10:02:56.057" v="5561" actId="20577"/>
        <pc:sldMkLst>
          <pc:docMk/>
          <pc:sldMk cId="1499385698" sldId="325"/>
        </pc:sldMkLst>
        <pc:spChg chg="mod">
          <ac:chgData name="Turid Torheim" userId="0ffdf5bf-dd1d-4d4e-85af-c2d2f7d0e707" providerId="ADAL" clId="{BC15C103-F9BB-484E-88F7-4CA59F21FAD7}" dt="2026-09-26T10:02:56.057" v="5561" actId="20577"/>
          <ac:spMkLst>
            <pc:docMk/>
            <pc:sldMk cId="1499385698" sldId="325"/>
            <ac:spMk id="2" creationId="{C23E392A-DA33-7E87-9EC0-3286CE555575}"/>
          </ac:spMkLst>
        </pc:spChg>
        <pc:spChg chg="mod">
          <ac:chgData name="Turid Torheim" userId="0ffdf5bf-dd1d-4d4e-85af-c2d2f7d0e707" providerId="ADAL" clId="{BC15C103-F9BB-484E-88F7-4CA59F21FAD7}" dt="2026-09-26T10:02:25.710" v="5552" actId="20577"/>
          <ac:spMkLst>
            <pc:docMk/>
            <pc:sldMk cId="1499385698" sldId="325"/>
            <ac:spMk id="4" creationId="{B9B950A0-ABC3-65FB-D8DF-5E7D9B57FD5E}"/>
          </ac:spMkLst>
        </pc:spChg>
      </pc:sldChg>
      <pc:sldChg chg="modSp add mod">
        <pc:chgData name="Turid Torheim" userId="0ffdf5bf-dd1d-4d4e-85af-c2d2f7d0e707" providerId="ADAL" clId="{BC15C103-F9BB-484E-88F7-4CA59F21FAD7}" dt="2026-09-26T10:27:46.048" v="6034" actId="20577"/>
        <pc:sldMkLst>
          <pc:docMk/>
          <pc:sldMk cId="1212033448" sldId="326"/>
        </pc:sldMkLst>
        <pc:spChg chg="mod">
          <ac:chgData name="Turid Torheim" userId="0ffdf5bf-dd1d-4d4e-85af-c2d2f7d0e707" providerId="ADAL" clId="{BC15C103-F9BB-484E-88F7-4CA59F21FAD7}" dt="2026-09-26T10:27:46.048" v="6034" actId="20577"/>
          <ac:spMkLst>
            <pc:docMk/>
            <pc:sldMk cId="1212033448" sldId="326"/>
            <ac:spMk id="2" creationId="{675A6361-07A7-58BC-F43A-570E62002097}"/>
          </ac:spMkLst>
        </pc:spChg>
        <pc:spChg chg="mod">
          <ac:chgData name="Turid Torheim" userId="0ffdf5bf-dd1d-4d4e-85af-c2d2f7d0e707" providerId="ADAL" clId="{BC15C103-F9BB-484E-88F7-4CA59F21FAD7}" dt="2026-09-26T10:08:39.693" v="5592" actId="14100"/>
          <ac:spMkLst>
            <pc:docMk/>
            <pc:sldMk cId="1212033448" sldId="326"/>
            <ac:spMk id="4" creationId="{82E1083E-ACC5-4A10-DC17-F7B7AF5786D8}"/>
          </ac:spMkLst>
        </pc:spChg>
      </pc:sldChg>
      <pc:sldChg chg="modSp add mod">
        <pc:chgData name="Turid Torheim" userId="0ffdf5bf-dd1d-4d4e-85af-c2d2f7d0e707" providerId="ADAL" clId="{BC15C103-F9BB-484E-88F7-4CA59F21FAD7}" dt="2026-09-26T10:09:44.906" v="5624" actId="15"/>
        <pc:sldMkLst>
          <pc:docMk/>
          <pc:sldMk cId="1031318596" sldId="327"/>
        </pc:sldMkLst>
        <pc:spChg chg="mod">
          <ac:chgData name="Turid Torheim" userId="0ffdf5bf-dd1d-4d4e-85af-c2d2f7d0e707" providerId="ADAL" clId="{BC15C103-F9BB-484E-88F7-4CA59F21FAD7}" dt="2026-09-26T10:09:44.906" v="5624" actId="15"/>
          <ac:spMkLst>
            <pc:docMk/>
            <pc:sldMk cId="1031318596" sldId="327"/>
            <ac:spMk id="2" creationId="{A443CA4A-27DD-4544-3E16-E7FCC08D5879}"/>
          </ac:spMkLst>
        </pc:spChg>
        <pc:spChg chg="mod">
          <ac:chgData name="Turid Torheim" userId="0ffdf5bf-dd1d-4d4e-85af-c2d2f7d0e707" providerId="ADAL" clId="{BC15C103-F9BB-484E-88F7-4CA59F21FAD7}" dt="2026-09-26T10:09:40.033" v="5622" actId="20577"/>
          <ac:spMkLst>
            <pc:docMk/>
            <pc:sldMk cId="1031318596" sldId="327"/>
            <ac:spMk id="4" creationId="{37C19E6E-142C-EF78-D297-6E66CB5563F6}"/>
          </ac:spMkLst>
        </pc:spChg>
      </pc:sldChg>
      <pc:sldChg chg="modSp add mod">
        <pc:chgData name="Turid Torheim" userId="0ffdf5bf-dd1d-4d4e-85af-c2d2f7d0e707" providerId="ADAL" clId="{BC15C103-F9BB-484E-88F7-4CA59F21FAD7}" dt="2026-09-26T10:11:53.230" v="5726" actId="6549"/>
        <pc:sldMkLst>
          <pc:docMk/>
          <pc:sldMk cId="1184981291" sldId="329"/>
        </pc:sldMkLst>
        <pc:spChg chg="mod">
          <ac:chgData name="Turid Torheim" userId="0ffdf5bf-dd1d-4d4e-85af-c2d2f7d0e707" providerId="ADAL" clId="{BC15C103-F9BB-484E-88F7-4CA59F21FAD7}" dt="2026-09-26T10:11:53.230" v="5726" actId="6549"/>
          <ac:spMkLst>
            <pc:docMk/>
            <pc:sldMk cId="1184981291" sldId="329"/>
            <ac:spMk id="2" creationId="{96DF804E-C4DB-FB78-1926-B09DC1C50E1B}"/>
          </ac:spMkLst>
        </pc:spChg>
        <pc:spChg chg="mod">
          <ac:chgData name="Turid Torheim" userId="0ffdf5bf-dd1d-4d4e-85af-c2d2f7d0e707" providerId="ADAL" clId="{BC15C103-F9BB-484E-88F7-4CA59F21FAD7}" dt="2026-09-26T10:10:25.728" v="5637" actId="20577"/>
          <ac:spMkLst>
            <pc:docMk/>
            <pc:sldMk cId="1184981291" sldId="329"/>
            <ac:spMk id="4" creationId="{D9FD299E-E086-0495-2CDA-B48F5DC20CCB}"/>
          </ac:spMkLst>
        </pc:spChg>
      </pc:sldChg>
      <pc:sldChg chg="modSp add mod">
        <pc:chgData name="Turid Torheim" userId="0ffdf5bf-dd1d-4d4e-85af-c2d2f7d0e707" providerId="ADAL" clId="{BC15C103-F9BB-484E-88F7-4CA59F21FAD7}" dt="2026-09-26T10:13:01.296" v="5753" actId="15"/>
        <pc:sldMkLst>
          <pc:docMk/>
          <pc:sldMk cId="4107488739" sldId="330"/>
        </pc:sldMkLst>
        <pc:spChg chg="mod">
          <ac:chgData name="Turid Torheim" userId="0ffdf5bf-dd1d-4d4e-85af-c2d2f7d0e707" providerId="ADAL" clId="{BC15C103-F9BB-484E-88F7-4CA59F21FAD7}" dt="2026-09-26T10:13:01.296" v="5753" actId="15"/>
          <ac:spMkLst>
            <pc:docMk/>
            <pc:sldMk cId="4107488739" sldId="330"/>
            <ac:spMk id="2" creationId="{68092EB6-406F-0FCD-8967-57A69E67D5BD}"/>
          </ac:spMkLst>
        </pc:spChg>
        <pc:spChg chg="mod">
          <ac:chgData name="Turid Torheim" userId="0ffdf5bf-dd1d-4d4e-85af-c2d2f7d0e707" providerId="ADAL" clId="{BC15C103-F9BB-484E-88F7-4CA59F21FAD7}" dt="2026-09-26T10:12:49.812" v="5749" actId="20577"/>
          <ac:spMkLst>
            <pc:docMk/>
            <pc:sldMk cId="4107488739" sldId="330"/>
            <ac:spMk id="4" creationId="{A80D3DC3-97D7-47B1-8DA7-2EBB876AC409}"/>
          </ac:spMkLst>
        </pc:spChg>
      </pc:sldChg>
      <pc:sldChg chg="add">
        <pc:chgData name="Turid Torheim" userId="0ffdf5bf-dd1d-4d4e-85af-c2d2f7d0e707" providerId="ADAL" clId="{BC15C103-F9BB-484E-88F7-4CA59F21FAD7}" dt="2026-09-26T10:17:54.708" v="5928" actId="2890"/>
        <pc:sldMkLst>
          <pc:docMk/>
          <pc:sldMk cId="260149509" sldId="331"/>
        </pc:sldMkLst>
      </pc:sldChg>
      <pc:sldChg chg="delSp modSp add mod">
        <pc:chgData name="Turid Torheim" userId="0ffdf5bf-dd1d-4d4e-85af-c2d2f7d0e707" providerId="ADAL" clId="{BC15C103-F9BB-484E-88F7-4CA59F21FAD7}" dt="2026-09-26T10:33:18.513" v="6232" actId="20577"/>
        <pc:sldMkLst>
          <pc:docMk/>
          <pc:sldMk cId="3416215947" sldId="332"/>
        </pc:sldMkLst>
        <pc:spChg chg="mod">
          <ac:chgData name="Turid Torheim" userId="0ffdf5bf-dd1d-4d4e-85af-c2d2f7d0e707" providerId="ADAL" clId="{BC15C103-F9BB-484E-88F7-4CA59F21FAD7}" dt="2026-09-26T10:32:37.983" v="6196" actId="20577"/>
          <ac:spMkLst>
            <pc:docMk/>
            <pc:sldMk cId="3416215947" sldId="332"/>
            <ac:spMk id="3" creationId="{D99689FA-E1A9-20DF-A389-B3813E040CEB}"/>
          </ac:spMkLst>
        </pc:spChg>
        <pc:spChg chg="mod">
          <ac:chgData name="Turid Torheim" userId="0ffdf5bf-dd1d-4d4e-85af-c2d2f7d0e707" providerId="ADAL" clId="{BC15C103-F9BB-484E-88F7-4CA59F21FAD7}" dt="2026-09-26T10:30:53.955" v="6061" actId="20577"/>
          <ac:spMkLst>
            <pc:docMk/>
            <pc:sldMk cId="3416215947" sldId="332"/>
            <ac:spMk id="4" creationId="{20A1FFA3-4336-9DC8-0DFD-F308A9B4F718}"/>
          </ac:spMkLst>
        </pc:spChg>
        <pc:spChg chg="mod">
          <ac:chgData name="Turid Torheim" userId="0ffdf5bf-dd1d-4d4e-85af-c2d2f7d0e707" providerId="ADAL" clId="{BC15C103-F9BB-484E-88F7-4CA59F21FAD7}" dt="2026-09-26T10:33:18.513" v="6232" actId="20577"/>
          <ac:spMkLst>
            <pc:docMk/>
            <pc:sldMk cId="3416215947" sldId="332"/>
            <ac:spMk id="5" creationId="{6637C7AF-6630-1628-8F0F-E44D057E9EDC}"/>
          </ac:spMkLst>
        </pc:spChg>
      </pc:sldChg>
      <pc:sldChg chg="modSp add mod">
        <pc:chgData name="Turid Torheim" userId="0ffdf5bf-dd1d-4d4e-85af-c2d2f7d0e707" providerId="ADAL" clId="{BC15C103-F9BB-484E-88F7-4CA59F21FAD7}" dt="2026-09-27T18:40:33.688" v="10110" actId="313"/>
        <pc:sldMkLst>
          <pc:docMk/>
          <pc:sldMk cId="2252848372" sldId="333"/>
        </pc:sldMkLst>
        <pc:spChg chg="mod">
          <ac:chgData name="Turid Torheim" userId="0ffdf5bf-dd1d-4d4e-85af-c2d2f7d0e707" providerId="ADAL" clId="{BC15C103-F9BB-484E-88F7-4CA59F21FAD7}" dt="2026-09-27T18:40:33.688" v="10110" actId="313"/>
          <ac:spMkLst>
            <pc:docMk/>
            <pc:sldMk cId="2252848372" sldId="333"/>
            <ac:spMk id="3" creationId="{3F578CB9-08D0-6632-04D1-6519FD7A133B}"/>
          </ac:spMkLst>
        </pc:spChg>
        <pc:spChg chg="mod">
          <ac:chgData name="Turid Torheim" userId="0ffdf5bf-dd1d-4d4e-85af-c2d2f7d0e707" providerId="ADAL" clId="{BC15C103-F9BB-484E-88F7-4CA59F21FAD7}" dt="2026-09-26T10:36:47.415" v="6269" actId="20577"/>
          <ac:spMkLst>
            <pc:docMk/>
            <pc:sldMk cId="2252848372" sldId="333"/>
            <ac:spMk id="5" creationId="{9916D521-4CCA-8E0E-6CC6-BBC00BA76982}"/>
          </ac:spMkLst>
        </pc:spChg>
      </pc:sldChg>
      <pc:sldChg chg="addSp delSp modSp add mod">
        <pc:chgData name="Turid Torheim" userId="0ffdf5bf-dd1d-4d4e-85af-c2d2f7d0e707" providerId="ADAL" clId="{BC15C103-F9BB-484E-88F7-4CA59F21FAD7}" dt="2026-09-27T18:45:44.018" v="10123" actId="478"/>
        <pc:sldMkLst>
          <pc:docMk/>
          <pc:sldMk cId="2223080708" sldId="334"/>
        </pc:sldMkLst>
        <pc:spChg chg="mod">
          <ac:chgData name="Turid Torheim" userId="0ffdf5bf-dd1d-4d4e-85af-c2d2f7d0e707" providerId="ADAL" clId="{BC15C103-F9BB-484E-88F7-4CA59F21FAD7}" dt="2026-09-27T18:44:32.110" v="10112" actId="5793"/>
          <ac:spMkLst>
            <pc:docMk/>
            <pc:sldMk cId="2223080708" sldId="334"/>
            <ac:spMk id="3" creationId="{98F22A2C-3C68-5CA1-6D11-A73FB5A5A32D}"/>
          </ac:spMkLst>
        </pc:spChg>
        <pc:spChg chg="mod">
          <ac:chgData name="Turid Torheim" userId="0ffdf5bf-dd1d-4d4e-85af-c2d2f7d0e707" providerId="ADAL" clId="{BC15C103-F9BB-484E-88F7-4CA59F21FAD7}" dt="2026-09-26T10:37:37.741" v="6311" actId="20577"/>
          <ac:spMkLst>
            <pc:docMk/>
            <pc:sldMk cId="2223080708" sldId="334"/>
            <ac:spMk id="4" creationId="{7E1583F2-3862-7286-F98B-671E71963678}"/>
          </ac:spMkLst>
        </pc:spChg>
        <pc:spChg chg="mod">
          <ac:chgData name="Turid Torheim" userId="0ffdf5bf-dd1d-4d4e-85af-c2d2f7d0e707" providerId="ADAL" clId="{BC15C103-F9BB-484E-88F7-4CA59F21FAD7}" dt="2026-09-26T10:43:09.346" v="6454" actId="1076"/>
          <ac:spMkLst>
            <pc:docMk/>
            <pc:sldMk cId="2223080708" sldId="334"/>
            <ac:spMk id="5" creationId="{62EE64E1-C900-EC74-4D0E-45B4C1D420E0}"/>
          </ac:spMkLst>
        </pc:spChg>
        <pc:picChg chg="add del mod">
          <ac:chgData name="Turid Torheim" userId="0ffdf5bf-dd1d-4d4e-85af-c2d2f7d0e707" providerId="ADAL" clId="{BC15C103-F9BB-484E-88F7-4CA59F21FAD7}" dt="2026-09-27T18:45:44.018" v="10123" actId="478"/>
          <ac:picMkLst>
            <pc:docMk/>
            <pc:sldMk cId="2223080708" sldId="334"/>
            <ac:picMk id="6" creationId="{D9F2D8A4-2952-8168-3DDE-403AF6574BE1}"/>
          </ac:picMkLst>
        </pc:picChg>
      </pc:sldChg>
      <pc:sldChg chg="modSp add mod">
        <pc:chgData name="Turid Torheim" userId="0ffdf5bf-dd1d-4d4e-85af-c2d2f7d0e707" providerId="ADAL" clId="{BC15C103-F9BB-484E-88F7-4CA59F21FAD7}" dt="2026-09-27T17:38:22.467" v="10107" actId="20577"/>
        <pc:sldMkLst>
          <pc:docMk/>
          <pc:sldMk cId="4117653615" sldId="335"/>
        </pc:sldMkLst>
        <pc:spChg chg="mod">
          <ac:chgData name="Turid Torheim" userId="0ffdf5bf-dd1d-4d4e-85af-c2d2f7d0e707" providerId="ADAL" clId="{BC15C103-F9BB-484E-88F7-4CA59F21FAD7}" dt="2026-09-27T17:38:22.467" v="10107" actId="20577"/>
          <ac:spMkLst>
            <pc:docMk/>
            <pc:sldMk cId="4117653615" sldId="335"/>
            <ac:spMk id="3" creationId="{29A90EEE-794F-551F-9D7F-00273CC93A4E}"/>
          </ac:spMkLst>
        </pc:spChg>
      </pc:sldChg>
      <pc:sldChg chg="modSp add mod">
        <pc:chgData name="Turid Torheim" userId="0ffdf5bf-dd1d-4d4e-85af-c2d2f7d0e707" providerId="ADAL" clId="{BC15C103-F9BB-484E-88F7-4CA59F21FAD7}" dt="2026-09-26T10:58:08.555" v="8191" actId="20577"/>
        <pc:sldMkLst>
          <pc:docMk/>
          <pc:sldMk cId="1526935781" sldId="336"/>
        </pc:sldMkLst>
        <pc:spChg chg="mod">
          <ac:chgData name="Turid Torheim" userId="0ffdf5bf-dd1d-4d4e-85af-c2d2f7d0e707" providerId="ADAL" clId="{BC15C103-F9BB-484E-88F7-4CA59F21FAD7}" dt="2026-09-26T10:51:02.554" v="7213" actId="20577"/>
          <ac:spMkLst>
            <pc:docMk/>
            <pc:sldMk cId="1526935781" sldId="336"/>
            <ac:spMk id="2" creationId="{D9CBD404-EFEB-2ABE-68C6-53EB74B93759}"/>
          </ac:spMkLst>
        </pc:spChg>
        <pc:spChg chg="mod">
          <ac:chgData name="Turid Torheim" userId="0ffdf5bf-dd1d-4d4e-85af-c2d2f7d0e707" providerId="ADAL" clId="{BC15C103-F9BB-484E-88F7-4CA59F21FAD7}" dt="2026-09-26T10:58:08.555" v="8191" actId="20577"/>
          <ac:spMkLst>
            <pc:docMk/>
            <pc:sldMk cId="1526935781" sldId="336"/>
            <ac:spMk id="3" creationId="{509400D2-10A8-129D-5501-BA6C7D6C1E7B}"/>
          </ac:spMkLst>
        </pc:spChg>
        <pc:spChg chg="mod">
          <ac:chgData name="Turid Torheim" userId="0ffdf5bf-dd1d-4d4e-85af-c2d2f7d0e707" providerId="ADAL" clId="{BC15C103-F9BB-484E-88F7-4CA59F21FAD7}" dt="2026-09-26T10:56:58.593" v="8094" actId="313"/>
          <ac:spMkLst>
            <pc:docMk/>
            <pc:sldMk cId="1526935781" sldId="336"/>
            <ac:spMk id="4" creationId="{FE94705B-B6A4-F9CC-CED3-F814061D449A}"/>
          </ac:spMkLst>
        </pc:spChg>
      </pc:sldChg>
      <pc:sldChg chg="delSp modSp add mod chgLayout">
        <pc:chgData name="Turid Torheim" userId="0ffdf5bf-dd1d-4d4e-85af-c2d2f7d0e707" providerId="ADAL" clId="{BC15C103-F9BB-484E-88F7-4CA59F21FAD7}" dt="2026-09-26T11:05:55.499" v="8592" actId="1076"/>
        <pc:sldMkLst>
          <pc:docMk/>
          <pc:sldMk cId="3271131086" sldId="337"/>
        </pc:sldMkLst>
        <pc:spChg chg="mod ord">
          <ac:chgData name="Turid Torheim" userId="0ffdf5bf-dd1d-4d4e-85af-c2d2f7d0e707" providerId="ADAL" clId="{BC15C103-F9BB-484E-88F7-4CA59F21FAD7}" dt="2026-09-26T11:05:55.499" v="8592" actId="1076"/>
          <ac:spMkLst>
            <pc:docMk/>
            <pc:sldMk cId="3271131086" sldId="337"/>
            <ac:spMk id="4" creationId="{8BA15791-EE5A-D48D-927F-26DE56B4981B}"/>
          </ac:spMkLst>
        </pc:spChg>
      </pc:sldChg>
      <pc:sldChg chg="addSp delSp modSp new add del mod">
        <pc:chgData name="Turid Torheim" userId="0ffdf5bf-dd1d-4d4e-85af-c2d2f7d0e707" providerId="ADAL" clId="{BC15C103-F9BB-484E-88F7-4CA59F21FAD7}" dt="2026-09-28T10:13:46.747" v="10153" actId="732"/>
        <pc:sldMkLst>
          <pc:docMk/>
          <pc:sldMk cId="4144991675" sldId="338"/>
        </pc:sldMkLst>
        <pc:spChg chg="mod">
          <ac:chgData name="Turid Torheim" userId="0ffdf5bf-dd1d-4d4e-85af-c2d2f7d0e707" providerId="ADAL" clId="{BC15C103-F9BB-484E-88F7-4CA59F21FAD7}" dt="2026-09-27T19:03:42.853" v="10143" actId="20577"/>
          <ac:spMkLst>
            <pc:docMk/>
            <pc:sldMk cId="4144991675" sldId="338"/>
            <ac:spMk id="2" creationId="{BE0F8B85-FE9B-A537-5ED7-3E189E30A6F8}"/>
          </ac:spMkLst>
        </pc:spChg>
        <pc:spChg chg="mod">
          <ac:chgData name="Turid Torheim" userId="0ffdf5bf-dd1d-4d4e-85af-c2d2f7d0e707" providerId="ADAL" clId="{BC15C103-F9BB-484E-88F7-4CA59F21FAD7}" dt="2026-09-26T12:08:24.141" v="9193" actId="20577"/>
          <ac:spMkLst>
            <pc:docMk/>
            <pc:sldMk cId="4144991675" sldId="338"/>
            <ac:spMk id="4" creationId="{AE86352B-D875-4D1F-179D-4DCE879DABFA}"/>
          </ac:spMkLst>
        </pc:spChg>
        <pc:picChg chg="add mod modCrop">
          <ac:chgData name="Turid Torheim" userId="0ffdf5bf-dd1d-4d4e-85af-c2d2f7d0e707" providerId="ADAL" clId="{BC15C103-F9BB-484E-88F7-4CA59F21FAD7}" dt="2026-09-28T10:13:46.747" v="10153" actId="732"/>
          <ac:picMkLst>
            <pc:docMk/>
            <pc:sldMk cId="4144991675" sldId="338"/>
            <ac:picMk id="5" creationId="{28F53992-1B04-C4B5-BC94-675C70340D79}"/>
          </ac:picMkLst>
        </pc:picChg>
      </pc:sldChg>
      <pc:sldChg chg="addSp modSp add mod">
        <pc:chgData name="Turid Torheim" userId="0ffdf5bf-dd1d-4d4e-85af-c2d2f7d0e707" providerId="ADAL" clId="{BC15C103-F9BB-484E-88F7-4CA59F21FAD7}" dt="2026-09-28T10:20:42.147" v="10161" actId="1076"/>
        <pc:sldMkLst>
          <pc:docMk/>
          <pc:sldMk cId="1866457987" sldId="339"/>
        </pc:sldMkLst>
        <pc:spChg chg="mod">
          <ac:chgData name="Turid Torheim" userId="0ffdf5bf-dd1d-4d4e-85af-c2d2f7d0e707" providerId="ADAL" clId="{BC15C103-F9BB-484E-88F7-4CA59F21FAD7}" dt="2026-09-27T19:06:51.519" v="10145"/>
          <ac:spMkLst>
            <pc:docMk/>
            <pc:sldMk cId="1866457987" sldId="339"/>
            <ac:spMk id="2" creationId="{92D4585A-0877-98F7-B64E-74776D373871}"/>
          </ac:spMkLst>
        </pc:spChg>
        <pc:picChg chg="add mod">
          <ac:chgData name="Turid Torheim" userId="0ffdf5bf-dd1d-4d4e-85af-c2d2f7d0e707" providerId="ADAL" clId="{BC15C103-F9BB-484E-88F7-4CA59F21FAD7}" dt="2026-09-28T10:17:28.789" v="10159" actId="1076"/>
          <ac:picMkLst>
            <pc:docMk/>
            <pc:sldMk cId="1866457987" sldId="339"/>
            <ac:picMk id="5" creationId="{60AEDB8F-EADA-2211-2354-A0FADE670260}"/>
          </ac:picMkLst>
        </pc:picChg>
        <pc:picChg chg="add mod">
          <ac:chgData name="Turid Torheim" userId="0ffdf5bf-dd1d-4d4e-85af-c2d2f7d0e707" providerId="ADAL" clId="{BC15C103-F9BB-484E-88F7-4CA59F21FAD7}" dt="2026-09-28T10:20:42.147" v="10161" actId="1076"/>
          <ac:picMkLst>
            <pc:docMk/>
            <pc:sldMk cId="1866457987" sldId="339"/>
            <ac:picMk id="7" creationId="{3A75F00A-E4E4-9B19-8323-9A86B11E7510}"/>
          </ac:picMkLst>
        </pc:picChg>
      </pc:sldChg>
      <pc:sldChg chg="addSp modSp add mod">
        <pc:chgData name="Turid Torheim" userId="0ffdf5bf-dd1d-4d4e-85af-c2d2f7d0e707" providerId="ADAL" clId="{BC15C103-F9BB-484E-88F7-4CA59F21FAD7}" dt="2026-09-28T10:21:29.014" v="10163" actId="1076"/>
        <pc:sldMkLst>
          <pc:docMk/>
          <pc:sldMk cId="1639515897" sldId="340"/>
        </pc:sldMkLst>
        <pc:spChg chg="mod">
          <ac:chgData name="Turid Torheim" userId="0ffdf5bf-dd1d-4d4e-85af-c2d2f7d0e707" providerId="ADAL" clId="{BC15C103-F9BB-484E-88F7-4CA59F21FAD7}" dt="2026-09-26T13:21:47.131" v="10087" actId="20577"/>
          <ac:spMkLst>
            <pc:docMk/>
            <pc:sldMk cId="1639515897" sldId="340"/>
            <ac:spMk id="2" creationId="{D0A75477-9FBF-1E74-1274-E5D17A5C2741}"/>
          </ac:spMkLst>
        </pc:spChg>
        <pc:picChg chg="add mod">
          <ac:chgData name="Turid Torheim" userId="0ffdf5bf-dd1d-4d4e-85af-c2d2f7d0e707" providerId="ADAL" clId="{BC15C103-F9BB-484E-88F7-4CA59F21FAD7}" dt="2026-09-28T10:21:29.014" v="10163" actId="1076"/>
          <ac:picMkLst>
            <pc:docMk/>
            <pc:sldMk cId="1639515897" sldId="340"/>
            <ac:picMk id="5" creationId="{5AED5D01-4184-662D-7A46-FD5C62BFBB09}"/>
          </ac:picMkLst>
        </pc:picChg>
      </pc:sldChg>
      <pc:sldChg chg="addSp delSp modSp add mod ord">
        <pc:chgData name="Turid Torheim" userId="0ffdf5bf-dd1d-4d4e-85af-c2d2f7d0e707" providerId="ADAL" clId="{BC15C103-F9BB-484E-88F7-4CA59F21FAD7}" dt="2026-09-27T18:45:41.747" v="10122"/>
        <pc:sldMkLst>
          <pc:docMk/>
          <pc:sldMk cId="2738160387" sldId="341"/>
        </pc:sldMkLst>
        <pc:spChg chg="del">
          <ac:chgData name="Turid Torheim" userId="0ffdf5bf-dd1d-4d4e-85af-c2d2f7d0e707" providerId="ADAL" clId="{BC15C103-F9BB-484E-88F7-4CA59F21FAD7}" dt="2026-09-27T18:45:16.735" v="10117" actId="478"/>
          <ac:spMkLst>
            <pc:docMk/>
            <pc:sldMk cId="2738160387" sldId="341"/>
            <ac:spMk id="5" creationId="{71AEBA51-66C5-DDFB-2F8D-9DD078A99489}"/>
          </ac:spMkLst>
        </pc:spChg>
        <pc:spChg chg="add del mod">
          <ac:chgData name="Turid Torheim" userId="0ffdf5bf-dd1d-4d4e-85af-c2d2f7d0e707" providerId="ADAL" clId="{BC15C103-F9BB-484E-88F7-4CA59F21FAD7}" dt="2026-09-27T18:45:22.045" v="10119" actId="478"/>
          <ac:spMkLst>
            <pc:docMk/>
            <pc:sldMk cId="2738160387" sldId="341"/>
            <ac:spMk id="7" creationId="{F513C986-5CDA-74F2-A0BF-1A1414360530}"/>
          </ac:spMkLst>
        </pc:spChg>
        <pc:picChg chg="mod">
          <ac:chgData name="Turid Torheim" userId="0ffdf5bf-dd1d-4d4e-85af-c2d2f7d0e707" providerId="ADAL" clId="{BC15C103-F9BB-484E-88F7-4CA59F21FAD7}" dt="2026-09-27T18:45:25.403" v="10120" actId="1076"/>
          <ac:picMkLst>
            <pc:docMk/>
            <pc:sldMk cId="2738160387" sldId="341"/>
            <ac:picMk id="6" creationId="{4C6D7F06-9B8C-E607-38C2-44F98487C757}"/>
          </ac:picMkLst>
        </pc:picChg>
      </pc:sldChg>
      <pc:sldChg chg="addSp delSp modSp add mod">
        <pc:chgData name="Turid Torheim" userId="0ffdf5bf-dd1d-4d4e-85af-c2d2f7d0e707" providerId="ADAL" clId="{BC15C103-F9BB-484E-88F7-4CA59F21FAD7}" dt="2026-09-28T10:16:20.486" v="10157" actId="1076"/>
        <pc:sldMkLst>
          <pc:docMk/>
          <pc:sldMk cId="3629427930" sldId="342"/>
        </pc:sldMkLst>
        <pc:picChg chg="del">
          <ac:chgData name="Turid Torheim" userId="0ffdf5bf-dd1d-4d4e-85af-c2d2f7d0e707" providerId="ADAL" clId="{BC15C103-F9BB-484E-88F7-4CA59F21FAD7}" dt="2026-09-28T10:13:56.838" v="10154" actId="478"/>
          <ac:picMkLst>
            <pc:docMk/>
            <pc:sldMk cId="3629427930" sldId="342"/>
            <ac:picMk id="5" creationId="{0A499163-7016-33C1-8C7B-F5A0EAAE41FC}"/>
          </ac:picMkLst>
        </pc:picChg>
        <pc:picChg chg="add mod">
          <ac:chgData name="Turid Torheim" userId="0ffdf5bf-dd1d-4d4e-85af-c2d2f7d0e707" providerId="ADAL" clId="{BC15C103-F9BB-484E-88F7-4CA59F21FAD7}" dt="2026-09-28T10:16:20.486" v="10157" actId="1076"/>
          <ac:picMkLst>
            <pc:docMk/>
            <pc:sldMk cId="3629427930" sldId="342"/>
            <ac:picMk id="6" creationId="{7735BA0B-BCB4-23F0-A9D9-C30F471C9EE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F1F63575-9CEB-6C5B-8258-C62E2AA409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D887D1E6-77B5-7A13-82D9-77CB552B3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F3F34A8-B04D-0C40-8E33-4DBC148C78B8}" type="datetimeFigureOut">
              <a:rPr lang="nb-NO" smtClean="0"/>
              <a:t>28.09.2026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9605F091-7EC7-62B1-4F91-4C6F5899FF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4A28DA21-AC91-29CA-94D8-671ED48DC4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A9E9EE-ACF4-4342-95C3-C07FBBAED53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6538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887F2A9-E37C-5340-AA9F-50E1E0A3003E}" type="datetimeFigureOut">
              <a:rPr lang="nb-NO" smtClean="0"/>
              <a:t>28.09.2026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070A7A7-E07C-FD40-9A85-59B024FABE5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806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èn-spalte - bei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4206"/>
            <a:ext cx="8534400" cy="1404594"/>
          </a:xfrm>
        </p:spPr>
        <p:txBody>
          <a:bodyPr/>
          <a:lstStyle/>
          <a:p>
            <a:r>
              <a:rPr lang="nb-NO" dirty="0"/>
              <a:t>Tittel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/>
          <a:p>
            <a:r>
              <a:rPr lang="nb-NO" dirty="0"/>
              <a:t>Tittel på presentasjonen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8533112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0235734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to-spalter - bei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/>
          <a:p>
            <a:r>
              <a:rPr lang="nb-NO" dirty="0"/>
              <a:t>Tittel på presentasjonen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5091260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383E5164-48EF-4933-4226-BAAA58417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4" y="2258449"/>
            <a:ext cx="5091260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Tittel 1">
            <a:extLst>
              <a:ext uri="{FF2B5EF4-FFF2-40B4-BE49-F238E27FC236}">
                <a16:creationId xmlns:a16="http://schemas.microsoft.com/office/drawing/2014/main" id="{8AD4D30A-6D39-375A-A0AD-81D3DEDE84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4206"/>
            <a:ext cx="10515600" cy="1404594"/>
          </a:xfrm>
        </p:spPr>
        <p:txBody>
          <a:bodyPr/>
          <a:lstStyle/>
          <a:p>
            <a:r>
              <a:rPr lang="nb-NO" dirty="0"/>
              <a:t>Tittel</a:t>
            </a:r>
          </a:p>
        </p:txBody>
      </p:sp>
    </p:spTree>
    <p:extLst>
      <p:ext uri="{BB962C8B-B14F-4D97-AF65-F5344CB8AC3E}">
        <p14:creationId xmlns:p14="http://schemas.microsoft.com/office/powerpoint/2010/main" val="258923161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med bilde - bei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/>
          <a:p>
            <a:r>
              <a:rPr lang="nb-NO" dirty="0"/>
              <a:t>Tittel på presentasjonen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5091260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Tittel 1">
            <a:extLst>
              <a:ext uri="{FF2B5EF4-FFF2-40B4-BE49-F238E27FC236}">
                <a16:creationId xmlns:a16="http://schemas.microsoft.com/office/drawing/2014/main" id="{8AD4D30A-6D39-375A-A0AD-81D3DEDE84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4206"/>
            <a:ext cx="5091260" cy="1404594"/>
          </a:xfrm>
        </p:spPr>
        <p:txBody>
          <a:bodyPr/>
          <a:lstStyle/>
          <a:p>
            <a:r>
              <a:rPr lang="nb-NO" dirty="0"/>
              <a:t>Tittel</a:t>
            </a:r>
          </a:p>
        </p:txBody>
      </p:sp>
      <p:sp>
        <p:nvSpPr>
          <p:cNvPr id="2" name="Plassholder for bilde 8">
            <a:extLst>
              <a:ext uri="{FF2B5EF4-FFF2-40B4-BE49-F238E27FC236}">
                <a16:creationId xmlns:a16="http://schemas.microsoft.com/office/drawing/2014/main" id="{68C61043-D7E5-2032-4C80-9CF78F58A8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04115" y="0"/>
            <a:ext cx="5187885" cy="685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8212246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med bilde og sitat - bei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34" name="Plassholder for bilde 33">
            <a:extLst>
              <a:ext uri="{FF2B5EF4-FFF2-40B4-BE49-F238E27FC236}">
                <a16:creationId xmlns:a16="http://schemas.microsoft.com/office/drawing/2014/main" id="{CEA51A1F-66C2-6CFA-6DC7-953839EEE1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12072" y="0"/>
            <a:ext cx="6889086" cy="6843862"/>
          </a:xfrm>
          <a:custGeom>
            <a:avLst/>
            <a:gdLst>
              <a:gd name="connsiteX0" fmla="*/ 4736900 w 6892925"/>
              <a:gd name="connsiteY0" fmla="*/ 4732256 h 6843862"/>
              <a:gd name="connsiteX1" fmla="*/ 6892925 w 6892925"/>
              <a:gd name="connsiteY1" fmla="*/ 4732256 h 6843862"/>
              <a:gd name="connsiteX2" fmla="*/ 6892925 w 6892925"/>
              <a:gd name="connsiteY2" fmla="*/ 6843862 h 6843862"/>
              <a:gd name="connsiteX3" fmla="*/ 4736900 w 6892925"/>
              <a:gd name="connsiteY3" fmla="*/ 6843862 h 6843862"/>
              <a:gd name="connsiteX4" fmla="*/ 0 w 6892925"/>
              <a:gd name="connsiteY4" fmla="*/ 2286179 h 6843862"/>
              <a:gd name="connsiteX5" fmla="*/ 4545652 w 6892925"/>
              <a:gd name="connsiteY5" fmla="*/ 2286179 h 6843862"/>
              <a:gd name="connsiteX6" fmla="*/ 4545652 w 6892925"/>
              <a:gd name="connsiteY6" fmla="*/ 6843862 h 6843862"/>
              <a:gd name="connsiteX7" fmla="*/ 0 w 6892925"/>
              <a:gd name="connsiteY7" fmla="*/ 6843862 h 6843862"/>
              <a:gd name="connsiteX8" fmla="*/ 2342554 w 6892925"/>
              <a:gd name="connsiteY8" fmla="*/ 0 h 6843862"/>
              <a:gd name="connsiteX9" fmla="*/ 6889086 w 6892925"/>
              <a:gd name="connsiteY9" fmla="*/ 0 h 6843862"/>
              <a:gd name="connsiteX10" fmla="*/ 6889086 w 6892925"/>
              <a:gd name="connsiteY10" fmla="*/ 4557683 h 6843862"/>
              <a:gd name="connsiteX11" fmla="*/ 4743613 w 6892925"/>
              <a:gd name="connsiteY11" fmla="*/ 4557683 h 6843862"/>
              <a:gd name="connsiteX12" fmla="*/ 4743613 w 6892925"/>
              <a:gd name="connsiteY12" fmla="*/ 2107070 h 6843862"/>
              <a:gd name="connsiteX13" fmla="*/ 2342554 w 6892925"/>
              <a:gd name="connsiteY13" fmla="*/ 2107070 h 6843862"/>
              <a:gd name="connsiteX14" fmla="*/ 4644 w 6892925"/>
              <a:gd name="connsiteY14" fmla="*/ 0 h 6843862"/>
              <a:gd name="connsiteX15" fmla="*/ 2160669 w 6892925"/>
              <a:gd name="connsiteY15" fmla="*/ 0 h 6843862"/>
              <a:gd name="connsiteX16" fmla="*/ 2160669 w 6892925"/>
              <a:gd name="connsiteY16" fmla="*/ 2102179 h 6843862"/>
              <a:gd name="connsiteX17" fmla="*/ 4644 w 6892925"/>
              <a:gd name="connsiteY17" fmla="*/ 2102179 h 6843862"/>
              <a:gd name="connsiteX0" fmla="*/ 4736900 w 6892925"/>
              <a:gd name="connsiteY0" fmla="*/ 4732256 h 6843862"/>
              <a:gd name="connsiteX1" fmla="*/ 6892925 w 6892925"/>
              <a:gd name="connsiteY1" fmla="*/ 4732256 h 6843862"/>
              <a:gd name="connsiteX2" fmla="*/ 6892925 w 6892925"/>
              <a:gd name="connsiteY2" fmla="*/ 6843862 h 6843862"/>
              <a:gd name="connsiteX3" fmla="*/ 4736900 w 6892925"/>
              <a:gd name="connsiteY3" fmla="*/ 6843862 h 6843862"/>
              <a:gd name="connsiteX4" fmla="*/ 4736900 w 6892925"/>
              <a:gd name="connsiteY4" fmla="*/ 4732256 h 6843862"/>
              <a:gd name="connsiteX5" fmla="*/ 0 w 6892925"/>
              <a:gd name="connsiteY5" fmla="*/ 2286179 h 6843862"/>
              <a:gd name="connsiteX6" fmla="*/ 4545652 w 6892925"/>
              <a:gd name="connsiteY6" fmla="*/ 2286179 h 6843862"/>
              <a:gd name="connsiteX7" fmla="*/ 4545652 w 6892925"/>
              <a:gd name="connsiteY7" fmla="*/ 6843862 h 6843862"/>
              <a:gd name="connsiteX8" fmla="*/ 0 w 6892925"/>
              <a:gd name="connsiteY8" fmla="*/ 6843862 h 6843862"/>
              <a:gd name="connsiteX9" fmla="*/ 0 w 6892925"/>
              <a:gd name="connsiteY9" fmla="*/ 2286179 h 6843862"/>
              <a:gd name="connsiteX10" fmla="*/ 2342554 w 6892925"/>
              <a:gd name="connsiteY10" fmla="*/ 0 h 6843862"/>
              <a:gd name="connsiteX11" fmla="*/ 6889086 w 6892925"/>
              <a:gd name="connsiteY11" fmla="*/ 0 h 6843862"/>
              <a:gd name="connsiteX12" fmla="*/ 6889086 w 6892925"/>
              <a:gd name="connsiteY12" fmla="*/ 4557683 h 6843862"/>
              <a:gd name="connsiteX13" fmla="*/ 4743613 w 6892925"/>
              <a:gd name="connsiteY13" fmla="*/ 4557683 h 6843862"/>
              <a:gd name="connsiteX14" fmla="*/ 4743613 w 6892925"/>
              <a:gd name="connsiteY14" fmla="*/ 2107070 h 6843862"/>
              <a:gd name="connsiteX15" fmla="*/ 2342554 w 6892925"/>
              <a:gd name="connsiteY15" fmla="*/ 2107070 h 6843862"/>
              <a:gd name="connsiteX16" fmla="*/ 2342554 w 6892925"/>
              <a:gd name="connsiteY16" fmla="*/ 0 h 6843862"/>
              <a:gd name="connsiteX17" fmla="*/ 4644 w 6892925"/>
              <a:gd name="connsiteY17" fmla="*/ 0 h 6843862"/>
              <a:gd name="connsiteX18" fmla="*/ 2160669 w 6892925"/>
              <a:gd name="connsiteY18" fmla="*/ 2102179 h 6843862"/>
              <a:gd name="connsiteX19" fmla="*/ 4644 w 6892925"/>
              <a:gd name="connsiteY19" fmla="*/ 2102179 h 6843862"/>
              <a:gd name="connsiteX20" fmla="*/ 4644 w 6892925"/>
              <a:gd name="connsiteY20" fmla="*/ 0 h 6843862"/>
              <a:gd name="connsiteX0" fmla="*/ 4736900 w 6892925"/>
              <a:gd name="connsiteY0" fmla="*/ 4732256 h 6843862"/>
              <a:gd name="connsiteX1" fmla="*/ 6892925 w 6892925"/>
              <a:gd name="connsiteY1" fmla="*/ 4732256 h 6843862"/>
              <a:gd name="connsiteX2" fmla="*/ 6892925 w 6892925"/>
              <a:gd name="connsiteY2" fmla="*/ 6843862 h 6843862"/>
              <a:gd name="connsiteX3" fmla="*/ 4736900 w 6892925"/>
              <a:gd name="connsiteY3" fmla="*/ 6843862 h 6843862"/>
              <a:gd name="connsiteX4" fmla="*/ 4736900 w 6892925"/>
              <a:gd name="connsiteY4" fmla="*/ 4732256 h 6843862"/>
              <a:gd name="connsiteX5" fmla="*/ 0 w 6892925"/>
              <a:gd name="connsiteY5" fmla="*/ 2286179 h 6843862"/>
              <a:gd name="connsiteX6" fmla="*/ 4545652 w 6892925"/>
              <a:gd name="connsiteY6" fmla="*/ 2286179 h 6843862"/>
              <a:gd name="connsiteX7" fmla="*/ 4545652 w 6892925"/>
              <a:gd name="connsiteY7" fmla="*/ 6843862 h 6843862"/>
              <a:gd name="connsiteX8" fmla="*/ 0 w 6892925"/>
              <a:gd name="connsiteY8" fmla="*/ 6843862 h 6843862"/>
              <a:gd name="connsiteX9" fmla="*/ 0 w 6892925"/>
              <a:gd name="connsiteY9" fmla="*/ 2286179 h 6843862"/>
              <a:gd name="connsiteX10" fmla="*/ 2342554 w 6892925"/>
              <a:gd name="connsiteY10" fmla="*/ 0 h 6843862"/>
              <a:gd name="connsiteX11" fmla="*/ 6889086 w 6892925"/>
              <a:gd name="connsiteY11" fmla="*/ 0 h 6843862"/>
              <a:gd name="connsiteX12" fmla="*/ 6889086 w 6892925"/>
              <a:gd name="connsiteY12" fmla="*/ 4557683 h 6843862"/>
              <a:gd name="connsiteX13" fmla="*/ 4743613 w 6892925"/>
              <a:gd name="connsiteY13" fmla="*/ 4557683 h 6843862"/>
              <a:gd name="connsiteX14" fmla="*/ 4743613 w 6892925"/>
              <a:gd name="connsiteY14" fmla="*/ 2107070 h 6843862"/>
              <a:gd name="connsiteX15" fmla="*/ 2342554 w 6892925"/>
              <a:gd name="connsiteY15" fmla="*/ 2107070 h 6843862"/>
              <a:gd name="connsiteX16" fmla="*/ 2342554 w 6892925"/>
              <a:gd name="connsiteY16" fmla="*/ 0 h 6843862"/>
              <a:gd name="connsiteX17" fmla="*/ 4644 w 6892925"/>
              <a:gd name="connsiteY17" fmla="*/ 0 h 6843862"/>
              <a:gd name="connsiteX18" fmla="*/ 4644 w 6892925"/>
              <a:gd name="connsiteY18" fmla="*/ 2102179 h 6843862"/>
              <a:gd name="connsiteX19" fmla="*/ 4644 w 6892925"/>
              <a:gd name="connsiteY19" fmla="*/ 0 h 6843862"/>
              <a:gd name="connsiteX0" fmla="*/ 4736900 w 6892925"/>
              <a:gd name="connsiteY0" fmla="*/ 4732256 h 6843862"/>
              <a:gd name="connsiteX1" fmla="*/ 6892925 w 6892925"/>
              <a:gd name="connsiteY1" fmla="*/ 4732256 h 6843862"/>
              <a:gd name="connsiteX2" fmla="*/ 6892925 w 6892925"/>
              <a:gd name="connsiteY2" fmla="*/ 6843862 h 6843862"/>
              <a:gd name="connsiteX3" fmla="*/ 4736900 w 6892925"/>
              <a:gd name="connsiteY3" fmla="*/ 6843862 h 6843862"/>
              <a:gd name="connsiteX4" fmla="*/ 4736900 w 6892925"/>
              <a:gd name="connsiteY4" fmla="*/ 4732256 h 6843862"/>
              <a:gd name="connsiteX5" fmla="*/ 0 w 6892925"/>
              <a:gd name="connsiteY5" fmla="*/ 2286179 h 6843862"/>
              <a:gd name="connsiteX6" fmla="*/ 4545652 w 6892925"/>
              <a:gd name="connsiteY6" fmla="*/ 2286179 h 6843862"/>
              <a:gd name="connsiteX7" fmla="*/ 4545652 w 6892925"/>
              <a:gd name="connsiteY7" fmla="*/ 6843862 h 6843862"/>
              <a:gd name="connsiteX8" fmla="*/ 0 w 6892925"/>
              <a:gd name="connsiteY8" fmla="*/ 6843862 h 6843862"/>
              <a:gd name="connsiteX9" fmla="*/ 0 w 6892925"/>
              <a:gd name="connsiteY9" fmla="*/ 2286179 h 6843862"/>
              <a:gd name="connsiteX10" fmla="*/ 2342554 w 6892925"/>
              <a:gd name="connsiteY10" fmla="*/ 0 h 6843862"/>
              <a:gd name="connsiteX11" fmla="*/ 6889086 w 6892925"/>
              <a:gd name="connsiteY11" fmla="*/ 0 h 6843862"/>
              <a:gd name="connsiteX12" fmla="*/ 6889086 w 6892925"/>
              <a:gd name="connsiteY12" fmla="*/ 4557683 h 6843862"/>
              <a:gd name="connsiteX13" fmla="*/ 4743613 w 6892925"/>
              <a:gd name="connsiteY13" fmla="*/ 4557683 h 6843862"/>
              <a:gd name="connsiteX14" fmla="*/ 4743613 w 6892925"/>
              <a:gd name="connsiteY14" fmla="*/ 2107070 h 6843862"/>
              <a:gd name="connsiteX15" fmla="*/ 2342554 w 6892925"/>
              <a:gd name="connsiteY15" fmla="*/ 2107070 h 6843862"/>
              <a:gd name="connsiteX16" fmla="*/ 2342554 w 6892925"/>
              <a:gd name="connsiteY16" fmla="*/ 0 h 6843862"/>
              <a:gd name="connsiteX0" fmla="*/ 4736900 w 6892925"/>
              <a:gd name="connsiteY0" fmla="*/ 6843862 h 6843862"/>
              <a:gd name="connsiteX1" fmla="*/ 6892925 w 6892925"/>
              <a:gd name="connsiteY1" fmla="*/ 4732256 h 6843862"/>
              <a:gd name="connsiteX2" fmla="*/ 6892925 w 6892925"/>
              <a:gd name="connsiteY2" fmla="*/ 6843862 h 6843862"/>
              <a:gd name="connsiteX3" fmla="*/ 4736900 w 6892925"/>
              <a:gd name="connsiteY3" fmla="*/ 6843862 h 6843862"/>
              <a:gd name="connsiteX4" fmla="*/ 0 w 6892925"/>
              <a:gd name="connsiteY4" fmla="*/ 2286179 h 6843862"/>
              <a:gd name="connsiteX5" fmla="*/ 4545652 w 6892925"/>
              <a:gd name="connsiteY5" fmla="*/ 2286179 h 6843862"/>
              <a:gd name="connsiteX6" fmla="*/ 4545652 w 6892925"/>
              <a:gd name="connsiteY6" fmla="*/ 6843862 h 6843862"/>
              <a:gd name="connsiteX7" fmla="*/ 0 w 6892925"/>
              <a:gd name="connsiteY7" fmla="*/ 6843862 h 6843862"/>
              <a:gd name="connsiteX8" fmla="*/ 0 w 6892925"/>
              <a:gd name="connsiteY8" fmla="*/ 2286179 h 6843862"/>
              <a:gd name="connsiteX9" fmla="*/ 2342554 w 6892925"/>
              <a:gd name="connsiteY9" fmla="*/ 0 h 6843862"/>
              <a:gd name="connsiteX10" fmla="*/ 6889086 w 6892925"/>
              <a:gd name="connsiteY10" fmla="*/ 0 h 6843862"/>
              <a:gd name="connsiteX11" fmla="*/ 6889086 w 6892925"/>
              <a:gd name="connsiteY11" fmla="*/ 4557683 h 6843862"/>
              <a:gd name="connsiteX12" fmla="*/ 4743613 w 6892925"/>
              <a:gd name="connsiteY12" fmla="*/ 4557683 h 6843862"/>
              <a:gd name="connsiteX13" fmla="*/ 4743613 w 6892925"/>
              <a:gd name="connsiteY13" fmla="*/ 2107070 h 6843862"/>
              <a:gd name="connsiteX14" fmla="*/ 2342554 w 6892925"/>
              <a:gd name="connsiteY14" fmla="*/ 2107070 h 6843862"/>
              <a:gd name="connsiteX15" fmla="*/ 2342554 w 6892925"/>
              <a:gd name="connsiteY15" fmla="*/ 0 h 6843862"/>
              <a:gd name="connsiteX0" fmla="*/ 4736900 w 6892925"/>
              <a:gd name="connsiteY0" fmla="*/ 6843862 h 6843862"/>
              <a:gd name="connsiteX1" fmla="*/ 6892925 w 6892925"/>
              <a:gd name="connsiteY1" fmla="*/ 6843862 h 6843862"/>
              <a:gd name="connsiteX2" fmla="*/ 4736900 w 6892925"/>
              <a:gd name="connsiteY2" fmla="*/ 6843862 h 6843862"/>
              <a:gd name="connsiteX3" fmla="*/ 0 w 6892925"/>
              <a:gd name="connsiteY3" fmla="*/ 2286179 h 6843862"/>
              <a:gd name="connsiteX4" fmla="*/ 4545652 w 6892925"/>
              <a:gd name="connsiteY4" fmla="*/ 2286179 h 6843862"/>
              <a:gd name="connsiteX5" fmla="*/ 4545652 w 6892925"/>
              <a:gd name="connsiteY5" fmla="*/ 6843862 h 6843862"/>
              <a:gd name="connsiteX6" fmla="*/ 0 w 6892925"/>
              <a:gd name="connsiteY6" fmla="*/ 6843862 h 6843862"/>
              <a:gd name="connsiteX7" fmla="*/ 0 w 6892925"/>
              <a:gd name="connsiteY7" fmla="*/ 2286179 h 6843862"/>
              <a:gd name="connsiteX8" fmla="*/ 2342554 w 6892925"/>
              <a:gd name="connsiteY8" fmla="*/ 0 h 6843862"/>
              <a:gd name="connsiteX9" fmla="*/ 6889086 w 6892925"/>
              <a:gd name="connsiteY9" fmla="*/ 0 h 6843862"/>
              <a:gd name="connsiteX10" fmla="*/ 6889086 w 6892925"/>
              <a:gd name="connsiteY10" fmla="*/ 4557683 h 6843862"/>
              <a:gd name="connsiteX11" fmla="*/ 4743613 w 6892925"/>
              <a:gd name="connsiteY11" fmla="*/ 4557683 h 6843862"/>
              <a:gd name="connsiteX12" fmla="*/ 4743613 w 6892925"/>
              <a:gd name="connsiteY12" fmla="*/ 2107070 h 6843862"/>
              <a:gd name="connsiteX13" fmla="*/ 2342554 w 6892925"/>
              <a:gd name="connsiteY13" fmla="*/ 2107070 h 6843862"/>
              <a:gd name="connsiteX14" fmla="*/ 2342554 w 6892925"/>
              <a:gd name="connsiteY14" fmla="*/ 0 h 6843862"/>
              <a:gd name="connsiteX0" fmla="*/ 0 w 6889086"/>
              <a:gd name="connsiteY0" fmla="*/ 2286179 h 6843862"/>
              <a:gd name="connsiteX1" fmla="*/ 4545652 w 6889086"/>
              <a:gd name="connsiteY1" fmla="*/ 2286179 h 6843862"/>
              <a:gd name="connsiteX2" fmla="*/ 4545652 w 6889086"/>
              <a:gd name="connsiteY2" fmla="*/ 6843862 h 6843862"/>
              <a:gd name="connsiteX3" fmla="*/ 0 w 6889086"/>
              <a:gd name="connsiteY3" fmla="*/ 6843862 h 6843862"/>
              <a:gd name="connsiteX4" fmla="*/ 0 w 6889086"/>
              <a:gd name="connsiteY4" fmla="*/ 2286179 h 6843862"/>
              <a:gd name="connsiteX5" fmla="*/ 2342554 w 6889086"/>
              <a:gd name="connsiteY5" fmla="*/ 0 h 6843862"/>
              <a:gd name="connsiteX6" fmla="*/ 6889086 w 6889086"/>
              <a:gd name="connsiteY6" fmla="*/ 0 h 6843862"/>
              <a:gd name="connsiteX7" fmla="*/ 6889086 w 6889086"/>
              <a:gd name="connsiteY7" fmla="*/ 4557683 h 6843862"/>
              <a:gd name="connsiteX8" fmla="*/ 4743613 w 6889086"/>
              <a:gd name="connsiteY8" fmla="*/ 4557683 h 6843862"/>
              <a:gd name="connsiteX9" fmla="*/ 4743613 w 6889086"/>
              <a:gd name="connsiteY9" fmla="*/ 2107070 h 6843862"/>
              <a:gd name="connsiteX10" fmla="*/ 2342554 w 6889086"/>
              <a:gd name="connsiteY10" fmla="*/ 2107070 h 6843862"/>
              <a:gd name="connsiteX11" fmla="*/ 2342554 w 6889086"/>
              <a:gd name="connsiteY11" fmla="*/ 0 h 6843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89086" h="6843862">
                <a:moveTo>
                  <a:pt x="0" y="2286179"/>
                </a:moveTo>
                <a:lnTo>
                  <a:pt x="4545652" y="2286179"/>
                </a:lnTo>
                <a:lnTo>
                  <a:pt x="4545652" y="6843862"/>
                </a:lnTo>
                <a:lnTo>
                  <a:pt x="0" y="6843862"/>
                </a:lnTo>
                <a:lnTo>
                  <a:pt x="0" y="2286179"/>
                </a:lnTo>
                <a:close/>
                <a:moveTo>
                  <a:pt x="2342554" y="0"/>
                </a:moveTo>
                <a:lnTo>
                  <a:pt x="6889086" y="0"/>
                </a:lnTo>
                <a:lnTo>
                  <a:pt x="6889086" y="4557683"/>
                </a:lnTo>
                <a:lnTo>
                  <a:pt x="4743613" y="4557683"/>
                </a:lnTo>
                <a:lnTo>
                  <a:pt x="4743613" y="2107070"/>
                </a:lnTo>
                <a:lnTo>
                  <a:pt x="2342554" y="2107070"/>
                </a:lnTo>
                <a:lnTo>
                  <a:pt x="2342554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48" name="Plassholder for tekst 13">
            <a:extLst>
              <a:ext uri="{FF2B5EF4-FFF2-40B4-BE49-F238E27FC236}">
                <a16:creationId xmlns:a16="http://schemas.microsoft.com/office/drawing/2014/main" id="{45B2002C-DD46-A403-A8E5-7ECA6F24CA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2073" y="0"/>
            <a:ext cx="2153074" cy="2102177"/>
          </a:xfrm>
          <a:solidFill>
            <a:schemeClr val="accent3"/>
          </a:solidFill>
        </p:spPr>
        <p:txBody>
          <a:bodyPr wrap="square" lIns="251999" tIns="360000" rIns="251999" bIns="360000" anchor="ctr"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Plassholder for tekst 13">
            <a:extLst>
              <a:ext uri="{FF2B5EF4-FFF2-40B4-BE49-F238E27FC236}">
                <a16:creationId xmlns:a16="http://schemas.microsoft.com/office/drawing/2014/main" id="{76E4DF95-C0AB-C7A1-E96F-E7772BCCCA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046119" y="4757195"/>
            <a:ext cx="2153074" cy="2102177"/>
          </a:xfrm>
          <a:solidFill>
            <a:schemeClr val="tx2"/>
          </a:solidFill>
        </p:spPr>
        <p:txBody>
          <a:bodyPr wrap="square" lIns="251999" tIns="360000" rIns="251999" bIns="360000" anchor="ctr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Plassholder for tekst 6">
            <a:extLst>
              <a:ext uri="{FF2B5EF4-FFF2-40B4-BE49-F238E27FC236}">
                <a16:creationId xmlns:a16="http://schemas.microsoft.com/office/drawing/2014/main" id="{9798B92F-6404-0FA7-6937-EAA4EC60C5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3922336" cy="2868707"/>
          </a:xfrm>
        </p:spPr>
        <p:txBody>
          <a:bodyPr/>
          <a:lstStyle>
            <a:lvl1pPr>
              <a:defRPr sz="23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68232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èn-spalte - lysegrøn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4206"/>
            <a:ext cx="8534400" cy="1404594"/>
          </a:xfrm>
        </p:spPr>
        <p:txBody>
          <a:bodyPr/>
          <a:lstStyle/>
          <a:p>
            <a:r>
              <a:rPr lang="nb-NO" dirty="0"/>
              <a:t>Tittel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/>
          <a:p>
            <a:r>
              <a:rPr lang="nb-NO" dirty="0"/>
              <a:t>Tittel på presentasjonen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8533112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5276503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to-spalter - lysegrøn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/>
          <a:p>
            <a:r>
              <a:rPr lang="nb-NO" dirty="0"/>
              <a:t>Tittel på presentasjonen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5091260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383E5164-48EF-4933-4226-BAAA58417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4" y="2258449"/>
            <a:ext cx="5091260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Tittel 1">
            <a:extLst>
              <a:ext uri="{FF2B5EF4-FFF2-40B4-BE49-F238E27FC236}">
                <a16:creationId xmlns:a16="http://schemas.microsoft.com/office/drawing/2014/main" id="{8AD4D30A-6D39-375A-A0AD-81D3DEDE84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4206"/>
            <a:ext cx="10515600" cy="1404594"/>
          </a:xfrm>
        </p:spPr>
        <p:txBody>
          <a:bodyPr/>
          <a:lstStyle/>
          <a:p>
            <a:r>
              <a:rPr lang="nb-NO" dirty="0"/>
              <a:t>Tittel</a:t>
            </a:r>
          </a:p>
        </p:txBody>
      </p:sp>
    </p:spTree>
    <p:extLst>
      <p:ext uri="{BB962C8B-B14F-4D97-AF65-F5344CB8AC3E}">
        <p14:creationId xmlns:p14="http://schemas.microsoft.com/office/powerpoint/2010/main" val="107678556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med bilde - lysegrøn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/>
          <a:p>
            <a:r>
              <a:rPr lang="nb-NO" dirty="0"/>
              <a:t>Tittel på presentasjonen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5091260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Tittel 1">
            <a:extLst>
              <a:ext uri="{FF2B5EF4-FFF2-40B4-BE49-F238E27FC236}">
                <a16:creationId xmlns:a16="http://schemas.microsoft.com/office/drawing/2014/main" id="{8AD4D30A-6D39-375A-A0AD-81D3DEDE84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4206"/>
            <a:ext cx="5091260" cy="1404594"/>
          </a:xfrm>
        </p:spPr>
        <p:txBody>
          <a:bodyPr/>
          <a:lstStyle/>
          <a:p>
            <a:r>
              <a:rPr lang="nb-NO" dirty="0"/>
              <a:t>Tittel</a:t>
            </a:r>
          </a:p>
        </p:txBody>
      </p:sp>
      <p:sp>
        <p:nvSpPr>
          <p:cNvPr id="2" name="Plassholder for bilde 8">
            <a:extLst>
              <a:ext uri="{FF2B5EF4-FFF2-40B4-BE49-F238E27FC236}">
                <a16:creationId xmlns:a16="http://schemas.microsoft.com/office/drawing/2014/main" id="{68C61043-D7E5-2032-4C80-9CF78F58A8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04115" y="0"/>
            <a:ext cx="5187885" cy="685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97940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med bildeeffekt - lysegrøn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ssholder for bilde 30">
            <a:extLst>
              <a:ext uri="{FF2B5EF4-FFF2-40B4-BE49-F238E27FC236}">
                <a16:creationId xmlns:a16="http://schemas.microsoft.com/office/drawing/2014/main" id="{01E873C5-24B1-73B1-D364-28DBA030CD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12072" y="0"/>
            <a:ext cx="6892925" cy="6843862"/>
          </a:xfrm>
          <a:custGeom>
            <a:avLst/>
            <a:gdLst>
              <a:gd name="connsiteX0" fmla="*/ 4736900 w 6892925"/>
              <a:gd name="connsiteY0" fmla="*/ 4732256 h 6843862"/>
              <a:gd name="connsiteX1" fmla="*/ 6892925 w 6892925"/>
              <a:gd name="connsiteY1" fmla="*/ 4732256 h 6843862"/>
              <a:gd name="connsiteX2" fmla="*/ 6892925 w 6892925"/>
              <a:gd name="connsiteY2" fmla="*/ 6843862 h 6843862"/>
              <a:gd name="connsiteX3" fmla="*/ 4736900 w 6892925"/>
              <a:gd name="connsiteY3" fmla="*/ 6843862 h 6843862"/>
              <a:gd name="connsiteX4" fmla="*/ 0 w 6892925"/>
              <a:gd name="connsiteY4" fmla="*/ 2286179 h 6843862"/>
              <a:gd name="connsiteX5" fmla="*/ 4545652 w 6892925"/>
              <a:gd name="connsiteY5" fmla="*/ 2286179 h 6843862"/>
              <a:gd name="connsiteX6" fmla="*/ 4545652 w 6892925"/>
              <a:gd name="connsiteY6" fmla="*/ 6843862 h 6843862"/>
              <a:gd name="connsiteX7" fmla="*/ 0 w 6892925"/>
              <a:gd name="connsiteY7" fmla="*/ 6843862 h 6843862"/>
              <a:gd name="connsiteX8" fmla="*/ 2342554 w 6892925"/>
              <a:gd name="connsiteY8" fmla="*/ 0 h 6843862"/>
              <a:gd name="connsiteX9" fmla="*/ 6889086 w 6892925"/>
              <a:gd name="connsiteY9" fmla="*/ 0 h 6843862"/>
              <a:gd name="connsiteX10" fmla="*/ 6889086 w 6892925"/>
              <a:gd name="connsiteY10" fmla="*/ 4557683 h 6843862"/>
              <a:gd name="connsiteX11" fmla="*/ 4743613 w 6892925"/>
              <a:gd name="connsiteY11" fmla="*/ 4557683 h 6843862"/>
              <a:gd name="connsiteX12" fmla="*/ 4743613 w 6892925"/>
              <a:gd name="connsiteY12" fmla="*/ 2107070 h 6843862"/>
              <a:gd name="connsiteX13" fmla="*/ 2342554 w 6892925"/>
              <a:gd name="connsiteY13" fmla="*/ 2107070 h 6843862"/>
              <a:gd name="connsiteX14" fmla="*/ 4644 w 6892925"/>
              <a:gd name="connsiteY14" fmla="*/ 0 h 6843862"/>
              <a:gd name="connsiteX15" fmla="*/ 2160669 w 6892925"/>
              <a:gd name="connsiteY15" fmla="*/ 0 h 6843862"/>
              <a:gd name="connsiteX16" fmla="*/ 2160669 w 6892925"/>
              <a:gd name="connsiteY16" fmla="*/ 2102179 h 6843862"/>
              <a:gd name="connsiteX17" fmla="*/ 4644 w 6892925"/>
              <a:gd name="connsiteY17" fmla="*/ 2102179 h 6843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892925" h="6843862">
                <a:moveTo>
                  <a:pt x="4736900" y="4732256"/>
                </a:moveTo>
                <a:lnTo>
                  <a:pt x="6892925" y="4732256"/>
                </a:lnTo>
                <a:lnTo>
                  <a:pt x="6892925" y="6843862"/>
                </a:lnTo>
                <a:lnTo>
                  <a:pt x="4736900" y="6843862"/>
                </a:lnTo>
                <a:close/>
                <a:moveTo>
                  <a:pt x="0" y="2286179"/>
                </a:moveTo>
                <a:lnTo>
                  <a:pt x="4545652" y="2286179"/>
                </a:lnTo>
                <a:lnTo>
                  <a:pt x="4545652" y="6843862"/>
                </a:lnTo>
                <a:lnTo>
                  <a:pt x="0" y="6843862"/>
                </a:lnTo>
                <a:close/>
                <a:moveTo>
                  <a:pt x="2342554" y="0"/>
                </a:moveTo>
                <a:lnTo>
                  <a:pt x="6889086" y="0"/>
                </a:lnTo>
                <a:lnTo>
                  <a:pt x="6889086" y="4557683"/>
                </a:lnTo>
                <a:lnTo>
                  <a:pt x="4743613" y="4557683"/>
                </a:lnTo>
                <a:lnTo>
                  <a:pt x="4743613" y="2107070"/>
                </a:lnTo>
                <a:lnTo>
                  <a:pt x="2342554" y="2107070"/>
                </a:lnTo>
                <a:close/>
                <a:moveTo>
                  <a:pt x="4644" y="0"/>
                </a:moveTo>
                <a:lnTo>
                  <a:pt x="2160669" y="0"/>
                </a:lnTo>
                <a:lnTo>
                  <a:pt x="2160669" y="2102179"/>
                </a:lnTo>
                <a:lnTo>
                  <a:pt x="4644" y="210217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3" name="Plassholder for tekst 6">
            <a:extLst>
              <a:ext uri="{FF2B5EF4-FFF2-40B4-BE49-F238E27FC236}">
                <a16:creationId xmlns:a16="http://schemas.microsoft.com/office/drawing/2014/main" id="{621A80E3-9092-D90F-C85B-51AE323D42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3922336" cy="2868707"/>
          </a:xfrm>
        </p:spPr>
        <p:txBody>
          <a:bodyPr/>
          <a:lstStyle>
            <a:lvl1pPr>
              <a:defRPr sz="23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2" name="Plassholder for bunntekst 3">
            <a:extLst>
              <a:ext uri="{FF2B5EF4-FFF2-40B4-BE49-F238E27FC236}">
                <a16:creationId xmlns:a16="http://schemas.microsoft.com/office/drawing/2014/main" id="{5E93DC0C-FB27-8612-B925-C8419BCC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/>
          <a:p>
            <a:r>
              <a:rPr lang="nb-NO" dirty="0"/>
              <a:t>Tittel på presentasjonen</a:t>
            </a:r>
          </a:p>
        </p:txBody>
      </p:sp>
    </p:spTree>
    <p:extLst>
      <p:ext uri="{BB962C8B-B14F-4D97-AF65-F5344CB8AC3E}">
        <p14:creationId xmlns:p14="http://schemas.microsoft.com/office/powerpoint/2010/main" val="2698809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5255570E-0B79-5874-3491-B2A049E9B65B}"/>
              </a:ext>
            </a:extLst>
          </p:cNvPr>
          <p:cNvSpPr/>
          <p:nvPr userDrawn="1"/>
        </p:nvSpPr>
        <p:spPr>
          <a:xfrm>
            <a:off x="5680364" y="0"/>
            <a:ext cx="6511636" cy="6858000"/>
          </a:xfrm>
          <a:prstGeom prst="rect">
            <a:avLst/>
          </a:prstGeom>
          <a:solidFill>
            <a:srgbClr val="5BB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424206"/>
            <a:ext cx="4311316" cy="14045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dirty="0"/>
              <a:t>Tittel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4311315" cy="28687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Plassholder for diagram 9">
            <a:extLst>
              <a:ext uri="{FF2B5EF4-FFF2-40B4-BE49-F238E27FC236}">
                <a16:creationId xmlns:a16="http://schemas.microsoft.com/office/drawing/2014/main" id="{FEA2922E-C80A-85F2-C235-F2F9CAB2232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232525" y="826167"/>
            <a:ext cx="5403666" cy="5104115"/>
          </a:xfrm>
        </p:spPr>
        <p:txBody>
          <a:bodyPr/>
          <a:lstStyle/>
          <a:p>
            <a:r>
              <a:rPr lang="en-US"/>
              <a:t>Click icon to add chart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56160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5255570E-0B79-5874-3491-B2A049E9B65B}"/>
              </a:ext>
            </a:extLst>
          </p:cNvPr>
          <p:cNvSpPr/>
          <p:nvPr userDrawn="1"/>
        </p:nvSpPr>
        <p:spPr>
          <a:xfrm>
            <a:off x="5680364" y="0"/>
            <a:ext cx="651163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424206"/>
            <a:ext cx="4311316" cy="14045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dirty="0"/>
              <a:t>Tittel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4311315" cy="28687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1" name="Plassholder for SmartArt 8">
            <a:extLst>
              <a:ext uri="{FF2B5EF4-FFF2-40B4-BE49-F238E27FC236}">
                <a16:creationId xmlns:a16="http://schemas.microsoft.com/office/drawing/2014/main" id="{62853224-4B1F-94D8-60E7-7F0CB9555350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32525" y="825500"/>
            <a:ext cx="5403850" cy="51054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SmartArt graphic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15609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k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C581B964-E224-4F72-998D-3FF2FFE7E4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3667395"/>
            <a:ext cx="2566850" cy="21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13" name="Plassholder for tekst 6">
            <a:extLst>
              <a:ext uri="{FF2B5EF4-FFF2-40B4-BE49-F238E27FC236}">
                <a16:creationId xmlns:a16="http://schemas.microsoft.com/office/drawing/2014/main" id="{99A1B68C-603D-2AC5-4F17-769C399D0A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7275" y="3667395"/>
            <a:ext cx="2566850" cy="21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lassholder for tekst 6">
            <a:extLst>
              <a:ext uri="{FF2B5EF4-FFF2-40B4-BE49-F238E27FC236}">
                <a16:creationId xmlns:a16="http://schemas.microsoft.com/office/drawing/2014/main" id="{1DD1514D-2FAD-51AF-A8A9-4B230D2B92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82738" y="3667395"/>
            <a:ext cx="2566850" cy="21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lassholder for tekst 6">
            <a:extLst>
              <a:ext uri="{FF2B5EF4-FFF2-40B4-BE49-F238E27FC236}">
                <a16:creationId xmlns:a16="http://schemas.microsoft.com/office/drawing/2014/main" id="{9E918042-6107-1698-B092-DE765FFEDA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2738" y="2030183"/>
            <a:ext cx="2566850" cy="1489735"/>
          </a:xfrm>
        </p:spPr>
        <p:txBody>
          <a:bodyPr anchor="b"/>
          <a:lstStyle>
            <a:lvl1pPr>
              <a:defRPr sz="7000" b="1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nb-NO" dirty="0"/>
              <a:t>42 %</a:t>
            </a:r>
          </a:p>
        </p:txBody>
      </p:sp>
      <p:sp>
        <p:nvSpPr>
          <p:cNvPr id="22" name="Plassholder for tekst 6">
            <a:extLst>
              <a:ext uri="{FF2B5EF4-FFF2-40B4-BE49-F238E27FC236}">
                <a16:creationId xmlns:a16="http://schemas.microsoft.com/office/drawing/2014/main" id="{7916D279-72E3-4D18-7E0B-C639D1F615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275" y="2030183"/>
            <a:ext cx="2566850" cy="1489735"/>
          </a:xfrm>
        </p:spPr>
        <p:txBody>
          <a:bodyPr anchor="b"/>
          <a:lstStyle>
            <a:lvl1pPr>
              <a:defRPr sz="7000" b="1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nb-NO" dirty="0"/>
              <a:t>27 %</a:t>
            </a:r>
          </a:p>
        </p:txBody>
      </p:sp>
      <p:pic>
        <p:nvPicPr>
          <p:cNvPr id="26" name="Grafikk 25">
            <a:extLst>
              <a:ext uri="{FF2B5EF4-FFF2-40B4-BE49-F238E27FC236}">
                <a16:creationId xmlns:a16="http://schemas.microsoft.com/office/drawing/2014/main" id="{DAC5C8B2-2DD2-D93C-99A3-24E7D7E979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  <p:sp>
        <p:nvSpPr>
          <p:cNvPr id="12" name="Tittel 11">
            <a:extLst>
              <a:ext uri="{FF2B5EF4-FFF2-40B4-BE49-F238E27FC236}">
                <a16:creationId xmlns:a16="http://schemas.microsoft.com/office/drawing/2014/main" id="{1CF8BD82-5A06-516B-7BDB-27E4A99CB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80390"/>
            <a:ext cx="10515600" cy="911519"/>
          </a:xfrm>
        </p:spPr>
        <p:txBody>
          <a:bodyPr/>
          <a:lstStyle/>
          <a:p>
            <a:r>
              <a:rPr lang="nb-NO" dirty="0"/>
              <a:t>Tittel</a:t>
            </a:r>
          </a:p>
        </p:txBody>
      </p:sp>
      <p:sp>
        <p:nvSpPr>
          <p:cNvPr id="14" name="Plassholder for tekst 6">
            <a:extLst>
              <a:ext uri="{FF2B5EF4-FFF2-40B4-BE49-F238E27FC236}">
                <a16:creationId xmlns:a16="http://schemas.microsoft.com/office/drawing/2014/main" id="{C1D3BDDB-7F9A-2581-8CBA-ACFD3119E2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823" y="2030183"/>
            <a:ext cx="2566850" cy="1489735"/>
          </a:xfrm>
        </p:spPr>
        <p:txBody>
          <a:bodyPr anchor="b"/>
          <a:lstStyle>
            <a:lvl1pPr>
              <a:defRPr sz="7000" b="1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nb-NO" dirty="0"/>
              <a:t>31 %</a:t>
            </a:r>
          </a:p>
        </p:txBody>
      </p:sp>
    </p:spTree>
    <p:extLst>
      <p:ext uri="{BB962C8B-B14F-4D97-AF65-F5344CB8AC3E}">
        <p14:creationId xmlns:p14="http://schemas.microsoft.com/office/powerpoint/2010/main" val="3277092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bilde-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19" name="Plassholder for tekst 13">
            <a:extLst>
              <a:ext uri="{FF2B5EF4-FFF2-40B4-BE49-F238E27FC236}">
                <a16:creationId xmlns:a16="http://schemas.microsoft.com/office/drawing/2014/main" id="{2A642208-6772-0926-6459-75D084A4E0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19352" y="4072378"/>
            <a:ext cx="3253573" cy="2785621"/>
          </a:xfrm>
          <a:solidFill>
            <a:schemeClr val="accent2"/>
          </a:solidFill>
        </p:spPr>
        <p:txBody>
          <a:bodyPr wrap="square" lIns="360000" tIns="360000" rIns="360000" bIns="360000" anchor="ctr">
            <a:noAutofit/>
          </a:bodyPr>
          <a:lstStyle>
            <a:lvl1pPr algn="ctr">
              <a:defRPr sz="2300" b="1"/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4DCEEE1-99CB-BBA7-E84E-1549E526A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4206"/>
            <a:ext cx="4780175" cy="14045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C581B964-E224-4F72-998D-3FF2FFE7E4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4780174" cy="2868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Plassholder for bilde 9">
            <a:extLst>
              <a:ext uri="{FF2B5EF4-FFF2-40B4-BE49-F238E27FC236}">
                <a16:creationId xmlns:a16="http://schemas.microsoft.com/office/drawing/2014/main" id="{0CA5727C-4560-741B-F5D7-05D2F4328B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07052" y="1"/>
            <a:ext cx="4084948" cy="6852878"/>
          </a:xfrm>
          <a:custGeom>
            <a:avLst/>
            <a:gdLst>
              <a:gd name="connsiteX0" fmla="*/ 0 w 4084948"/>
              <a:gd name="connsiteY0" fmla="*/ 0 h 6852878"/>
              <a:gd name="connsiteX1" fmla="*/ 4084948 w 4084948"/>
              <a:gd name="connsiteY1" fmla="*/ 0 h 6852878"/>
              <a:gd name="connsiteX2" fmla="*/ 4084948 w 4084948"/>
              <a:gd name="connsiteY2" fmla="*/ 6852878 h 6852878"/>
              <a:gd name="connsiteX3" fmla="*/ 1865873 w 4084948"/>
              <a:gd name="connsiteY3" fmla="*/ 6852878 h 6852878"/>
              <a:gd name="connsiteX4" fmla="*/ 1865873 w 4084948"/>
              <a:gd name="connsiteY4" fmla="*/ 4067257 h 6852878"/>
              <a:gd name="connsiteX5" fmla="*/ 0 w 4084948"/>
              <a:gd name="connsiteY5" fmla="*/ 4067257 h 685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84948" h="6852878">
                <a:moveTo>
                  <a:pt x="0" y="0"/>
                </a:moveTo>
                <a:lnTo>
                  <a:pt x="4084948" y="0"/>
                </a:lnTo>
                <a:lnTo>
                  <a:pt x="4084948" y="6852878"/>
                </a:lnTo>
                <a:lnTo>
                  <a:pt x="1865873" y="6852878"/>
                </a:lnTo>
                <a:lnTo>
                  <a:pt x="1865873" y="4067257"/>
                </a:lnTo>
                <a:lnTo>
                  <a:pt x="0" y="4067257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pic>
        <p:nvPicPr>
          <p:cNvPr id="13" name="Grafikk 12">
            <a:extLst>
              <a:ext uri="{FF2B5EF4-FFF2-40B4-BE49-F238E27FC236}">
                <a16:creationId xmlns:a16="http://schemas.microsoft.com/office/drawing/2014/main" id="{F1713227-61E5-E2AD-5D76-FD4704BBC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87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bilde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C0F9BC4-6FBE-403F-0587-F08945BE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00775"/>
            <a:ext cx="4114800" cy="35606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2DE300-81E2-4A5D-0FF7-042C3F0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19" name="Plassholder for tekst 13">
            <a:extLst>
              <a:ext uri="{FF2B5EF4-FFF2-40B4-BE49-F238E27FC236}">
                <a16:creationId xmlns:a16="http://schemas.microsoft.com/office/drawing/2014/main" id="{2A642208-6772-0926-6459-75D084A4E0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5116" y="2250743"/>
            <a:ext cx="4678362" cy="4602134"/>
          </a:xfrm>
          <a:solidFill>
            <a:schemeClr val="accent2"/>
          </a:solidFill>
        </p:spPr>
        <p:txBody>
          <a:bodyPr wrap="square" lIns="360000" tIns="360000" rIns="360000" bIns="360000" anchor="ctr">
            <a:noAutofit/>
          </a:bodyPr>
          <a:lstStyle>
            <a:lvl1pPr algn="ctr">
              <a:defRPr sz="3000" b="1"/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lassholder for tekst 6">
            <a:extLst>
              <a:ext uri="{FF2B5EF4-FFF2-40B4-BE49-F238E27FC236}">
                <a16:creationId xmlns:a16="http://schemas.microsoft.com/office/drawing/2014/main" id="{0899DDBE-2AAF-561A-9A1D-B8516A8E08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3922336" cy="286870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26" name="Plassholder for bilde 25">
            <a:extLst>
              <a:ext uri="{FF2B5EF4-FFF2-40B4-BE49-F238E27FC236}">
                <a16:creationId xmlns:a16="http://schemas.microsoft.com/office/drawing/2014/main" id="{DC652473-ED24-7F17-B578-43591A1CAE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13638" y="0"/>
            <a:ext cx="4678362" cy="4684713"/>
          </a:xfrm>
          <a:custGeom>
            <a:avLst/>
            <a:gdLst>
              <a:gd name="connsiteX0" fmla="*/ 0 w 4678362"/>
              <a:gd name="connsiteY0" fmla="*/ 0 h 4684713"/>
              <a:gd name="connsiteX1" fmla="*/ 4678362 w 4678362"/>
              <a:gd name="connsiteY1" fmla="*/ 0 h 4684713"/>
              <a:gd name="connsiteX2" fmla="*/ 4678362 w 4678362"/>
              <a:gd name="connsiteY2" fmla="*/ 4684713 h 4684713"/>
              <a:gd name="connsiteX3" fmla="*/ 2479840 w 4678362"/>
              <a:gd name="connsiteY3" fmla="*/ 4684713 h 4684713"/>
              <a:gd name="connsiteX4" fmla="*/ 2479840 w 4678362"/>
              <a:gd name="connsiteY4" fmla="*/ 2250743 h 4684713"/>
              <a:gd name="connsiteX5" fmla="*/ 0 w 4678362"/>
              <a:gd name="connsiteY5" fmla="*/ 2250743 h 468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78362" h="4684713">
                <a:moveTo>
                  <a:pt x="0" y="0"/>
                </a:moveTo>
                <a:lnTo>
                  <a:pt x="4678362" y="0"/>
                </a:lnTo>
                <a:lnTo>
                  <a:pt x="4678362" y="4684713"/>
                </a:lnTo>
                <a:lnTo>
                  <a:pt x="2479840" y="4684713"/>
                </a:lnTo>
                <a:lnTo>
                  <a:pt x="2479840" y="2250743"/>
                </a:lnTo>
                <a:lnTo>
                  <a:pt x="0" y="225074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b-NO" dirty="0"/>
          </a:p>
        </p:txBody>
      </p:sp>
      <p:pic>
        <p:nvPicPr>
          <p:cNvPr id="2" name="Grafikk 1">
            <a:extLst>
              <a:ext uri="{FF2B5EF4-FFF2-40B4-BE49-F238E27FC236}">
                <a16:creationId xmlns:a16="http://schemas.microsoft.com/office/drawing/2014/main" id="{D7F2380A-AC8B-B16E-4863-B4506886C2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68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sita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ssholder for bilde 17">
            <a:extLst>
              <a:ext uri="{FF2B5EF4-FFF2-40B4-BE49-F238E27FC236}">
                <a16:creationId xmlns:a16="http://schemas.microsoft.com/office/drawing/2014/main" id="{0B3691F5-E9A5-97EA-1318-4DDD6C051A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1"/>
            <a:ext cx="12206514" cy="6858000"/>
          </a:xfrm>
          <a:custGeom>
            <a:avLst/>
            <a:gdLst>
              <a:gd name="connsiteX0" fmla="*/ 0 w 12206514"/>
              <a:gd name="connsiteY0" fmla="*/ 0 h 6858000"/>
              <a:gd name="connsiteX1" fmla="*/ 12206514 w 12206514"/>
              <a:gd name="connsiteY1" fmla="*/ 0 h 6858000"/>
              <a:gd name="connsiteX2" fmla="*/ 12192000 w 12206514"/>
              <a:gd name="connsiteY2" fmla="*/ 6858000 h 6858000"/>
              <a:gd name="connsiteX3" fmla="*/ 0 w 1220651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6514" h="6858000">
                <a:moveTo>
                  <a:pt x="0" y="0"/>
                </a:moveTo>
                <a:lnTo>
                  <a:pt x="12206514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4" name="Plassholder for tekst 13">
            <a:extLst>
              <a:ext uri="{FF2B5EF4-FFF2-40B4-BE49-F238E27FC236}">
                <a16:creationId xmlns:a16="http://schemas.microsoft.com/office/drawing/2014/main" id="{BD0F6EE4-AF94-71DC-413F-77CAADF216AB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39788" y="2885915"/>
            <a:ext cx="3478870" cy="1086169"/>
          </a:xfrm>
          <a:solidFill>
            <a:schemeClr val="accent3"/>
          </a:solidFill>
        </p:spPr>
        <p:txBody>
          <a:bodyPr wrap="square" lIns="270000" tIns="360000" rIns="270000" bIns="360000" anchor="ctr">
            <a:spAutoFit/>
          </a:bodyPr>
          <a:lstStyle>
            <a:lvl1pPr algn="ctr">
              <a:defRPr sz="2300" b="1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nb-NO" dirty="0"/>
              <a:t>Sitat/info</a:t>
            </a:r>
          </a:p>
        </p:txBody>
      </p:sp>
    </p:spTree>
    <p:extLst>
      <p:ext uri="{BB962C8B-B14F-4D97-AF65-F5344CB8AC3E}">
        <p14:creationId xmlns:p14="http://schemas.microsoft.com/office/powerpoint/2010/main" val="4163124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collage-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ssholder for tekst 13">
            <a:extLst>
              <a:ext uri="{FF2B5EF4-FFF2-40B4-BE49-F238E27FC236}">
                <a16:creationId xmlns:a16="http://schemas.microsoft.com/office/drawing/2014/main" id="{47465BA5-3268-C1ED-B0EB-B56E5769E7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-2756"/>
            <a:ext cx="4289044" cy="2144312"/>
          </a:xfrm>
          <a:solidFill>
            <a:schemeClr val="tx2"/>
          </a:solidFill>
        </p:spPr>
        <p:txBody>
          <a:bodyPr wrap="square" lIns="360000" tIns="360000" rIns="360000" bIns="360000" anchor="ctr">
            <a:noAutofit/>
          </a:bodyPr>
          <a:lstStyle>
            <a:lvl1pPr algn="ctr">
              <a:defRPr sz="2300" b="1">
                <a:solidFill>
                  <a:schemeClr val="accent3"/>
                </a:solidFill>
              </a:defRPr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nb-NO" dirty="0"/>
              <a:t>Sitat/info</a:t>
            </a:r>
          </a:p>
        </p:txBody>
      </p:sp>
      <p:sp>
        <p:nvSpPr>
          <p:cNvPr id="32" name="Plassholder for bilde 27">
            <a:extLst>
              <a:ext uri="{FF2B5EF4-FFF2-40B4-BE49-F238E27FC236}">
                <a16:creationId xmlns:a16="http://schemas.microsoft.com/office/drawing/2014/main" id="{E21F72C7-9B67-D71A-1BCC-E1074262F2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81225" y="2252663"/>
            <a:ext cx="4678363" cy="460533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3" name="Plassholder for bilde 27">
            <a:extLst>
              <a:ext uri="{FF2B5EF4-FFF2-40B4-BE49-F238E27FC236}">
                <a16:creationId xmlns:a16="http://schemas.microsoft.com/office/drawing/2014/main" id="{73848960-EFA4-2084-A882-6556517BA3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82" y="2252663"/>
            <a:ext cx="2069143" cy="4605337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4" name="Plassholder for bilde 27">
            <a:extLst>
              <a:ext uri="{FF2B5EF4-FFF2-40B4-BE49-F238E27FC236}">
                <a16:creationId xmlns:a16="http://schemas.microsoft.com/office/drawing/2014/main" id="{9372C894-F2B2-D3C8-20E0-7FDCEFDB25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7110" y="2949"/>
            <a:ext cx="3014890" cy="4605337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26" name="Plassholder for bilde 25">
            <a:extLst>
              <a:ext uri="{FF2B5EF4-FFF2-40B4-BE49-F238E27FC236}">
                <a16:creationId xmlns:a16="http://schemas.microsoft.com/office/drawing/2014/main" id="{B262AF7B-A149-6823-7DB6-13598F489B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97044" y="1"/>
            <a:ext cx="4678362" cy="4607257"/>
          </a:xfrm>
          <a:custGeom>
            <a:avLst/>
            <a:gdLst>
              <a:gd name="connsiteX0" fmla="*/ 0 w 4678362"/>
              <a:gd name="connsiteY0" fmla="*/ 0 h 4607257"/>
              <a:gd name="connsiteX1" fmla="*/ 4678362 w 4678362"/>
              <a:gd name="connsiteY1" fmla="*/ 0 h 4607257"/>
              <a:gd name="connsiteX2" fmla="*/ 4678362 w 4678362"/>
              <a:gd name="connsiteY2" fmla="*/ 4607257 h 4607257"/>
              <a:gd name="connsiteX3" fmla="*/ 2571091 w 4678362"/>
              <a:gd name="connsiteY3" fmla="*/ 4607257 h 4607257"/>
              <a:gd name="connsiteX4" fmla="*/ 2571091 w 4678362"/>
              <a:gd name="connsiteY4" fmla="*/ 2144312 h 4607257"/>
              <a:gd name="connsiteX5" fmla="*/ 0 w 4678362"/>
              <a:gd name="connsiteY5" fmla="*/ 2144312 h 460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78362" h="4607257">
                <a:moveTo>
                  <a:pt x="0" y="0"/>
                </a:moveTo>
                <a:lnTo>
                  <a:pt x="4678362" y="0"/>
                </a:lnTo>
                <a:lnTo>
                  <a:pt x="4678362" y="4607257"/>
                </a:lnTo>
                <a:lnTo>
                  <a:pt x="2571091" y="4607257"/>
                </a:lnTo>
                <a:lnTo>
                  <a:pt x="2571091" y="2144312"/>
                </a:lnTo>
                <a:lnTo>
                  <a:pt x="0" y="2144312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9" name="Plassholder for tekst 13">
            <a:extLst>
              <a:ext uri="{FF2B5EF4-FFF2-40B4-BE49-F238E27FC236}">
                <a16:creationId xmlns:a16="http://schemas.microsoft.com/office/drawing/2014/main" id="{094A5177-CE3C-77D3-F497-1D69E123F9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7588" y="4715108"/>
            <a:ext cx="5220330" cy="2144312"/>
          </a:xfrm>
          <a:solidFill>
            <a:schemeClr val="accent3"/>
          </a:solidFill>
        </p:spPr>
        <p:txBody>
          <a:bodyPr wrap="square" lIns="360000" tIns="360000" rIns="360000" bIns="360000" anchor="ctr">
            <a:noAutofit/>
          </a:bodyPr>
          <a:lstStyle>
            <a:lvl1pPr algn="ctr">
              <a:defRPr sz="2300" b="1">
                <a:solidFill>
                  <a:schemeClr val="tx2"/>
                </a:solidFill>
              </a:defRPr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nb-NO" dirty="0"/>
              <a:t>Sitat/info</a:t>
            </a:r>
          </a:p>
        </p:txBody>
      </p:sp>
    </p:spTree>
    <p:extLst>
      <p:ext uri="{BB962C8B-B14F-4D97-AF65-F5344CB8AC3E}">
        <p14:creationId xmlns:p14="http://schemas.microsoft.com/office/powerpoint/2010/main" val="245014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collage-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ssholder for bilde 27">
            <a:extLst>
              <a:ext uri="{FF2B5EF4-FFF2-40B4-BE49-F238E27FC236}">
                <a16:creationId xmlns:a16="http://schemas.microsoft.com/office/drawing/2014/main" id="{5B0DD06C-3D8D-2620-4853-BFFE15945D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967588" y="4715109"/>
            <a:ext cx="5220330" cy="214289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8" name="Plassholder for tekst 13">
            <a:extLst>
              <a:ext uri="{FF2B5EF4-FFF2-40B4-BE49-F238E27FC236}">
                <a16:creationId xmlns:a16="http://schemas.microsoft.com/office/drawing/2014/main" id="{47465BA5-3268-C1ED-B0EB-B56E5769E7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-2756"/>
            <a:ext cx="4289044" cy="2144312"/>
          </a:xfrm>
          <a:solidFill>
            <a:schemeClr val="tx2"/>
          </a:solidFill>
        </p:spPr>
        <p:txBody>
          <a:bodyPr wrap="square" lIns="360000" tIns="360000" rIns="360000" bIns="360000" anchor="ctr">
            <a:noAutofit/>
          </a:bodyPr>
          <a:lstStyle>
            <a:lvl1pPr algn="ctr">
              <a:defRPr sz="2300" b="1">
                <a:solidFill>
                  <a:schemeClr val="bg2"/>
                </a:solidFill>
              </a:defRPr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nb-NO" dirty="0"/>
              <a:t>Sitat/info</a:t>
            </a:r>
          </a:p>
        </p:txBody>
      </p:sp>
      <p:sp>
        <p:nvSpPr>
          <p:cNvPr id="32" name="Plassholder for bilde 27">
            <a:extLst>
              <a:ext uri="{FF2B5EF4-FFF2-40B4-BE49-F238E27FC236}">
                <a16:creationId xmlns:a16="http://schemas.microsoft.com/office/drawing/2014/main" id="{E21F72C7-9B67-D71A-1BCC-E1074262F2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252663"/>
            <a:ext cx="6859588" cy="4605337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4" name="Plassholder for bilde 27">
            <a:extLst>
              <a:ext uri="{FF2B5EF4-FFF2-40B4-BE49-F238E27FC236}">
                <a16:creationId xmlns:a16="http://schemas.microsoft.com/office/drawing/2014/main" id="{9372C894-F2B2-D3C8-20E0-7FDCEFDB25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7110" y="2949"/>
            <a:ext cx="3014890" cy="4605337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26" name="Plassholder for bilde 25">
            <a:extLst>
              <a:ext uri="{FF2B5EF4-FFF2-40B4-BE49-F238E27FC236}">
                <a16:creationId xmlns:a16="http://schemas.microsoft.com/office/drawing/2014/main" id="{B262AF7B-A149-6823-7DB6-13598F489B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97044" y="9145"/>
            <a:ext cx="4678362" cy="4607257"/>
          </a:xfrm>
          <a:custGeom>
            <a:avLst/>
            <a:gdLst>
              <a:gd name="connsiteX0" fmla="*/ 0 w 4678362"/>
              <a:gd name="connsiteY0" fmla="*/ 0 h 4607257"/>
              <a:gd name="connsiteX1" fmla="*/ 4678362 w 4678362"/>
              <a:gd name="connsiteY1" fmla="*/ 0 h 4607257"/>
              <a:gd name="connsiteX2" fmla="*/ 4678362 w 4678362"/>
              <a:gd name="connsiteY2" fmla="*/ 4607257 h 4607257"/>
              <a:gd name="connsiteX3" fmla="*/ 2571091 w 4678362"/>
              <a:gd name="connsiteY3" fmla="*/ 4607257 h 4607257"/>
              <a:gd name="connsiteX4" fmla="*/ 2571091 w 4678362"/>
              <a:gd name="connsiteY4" fmla="*/ 2144312 h 4607257"/>
              <a:gd name="connsiteX5" fmla="*/ 0 w 4678362"/>
              <a:gd name="connsiteY5" fmla="*/ 2144312 h 460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78362" h="4607257">
                <a:moveTo>
                  <a:pt x="0" y="0"/>
                </a:moveTo>
                <a:lnTo>
                  <a:pt x="4678362" y="0"/>
                </a:lnTo>
                <a:lnTo>
                  <a:pt x="4678362" y="4607257"/>
                </a:lnTo>
                <a:lnTo>
                  <a:pt x="2571091" y="4607257"/>
                </a:lnTo>
                <a:lnTo>
                  <a:pt x="2571091" y="2144312"/>
                </a:lnTo>
                <a:lnTo>
                  <a:pt x="0" y="2144312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6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91999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collage-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ssholder for bilde 27">
            <a:extLst>
              <a:ext uri="{FF2B5EF4-FFF2-40B4-BE49-F238E27FC236}">
                <a16:creationId xmlns:a16="http://schemas.microsoft.com/office/drawing/2014/main" id="{5B0DD06C-3D8D-2620-4853-BFFE15945D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967588" y="4715109"/>
            <a:ext cx="5220330" cy="214289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8" name="Plassholder for tekst 13">
            <a:extLst>
              <a:ext uri="{FF2B5EF4-FFF2-40B4-BE49-F238E27FC236}">
                <a16:creationId xmlns:a16="http://schemas.microsoft.com/office/drawing/2014/main" id="{47465BA5-3268-C1ED-B0EB-B56E5769E7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44836" y="2238148"/>
            <a:ext cx="5930570" cy="2369109"/>
          </a:xfrm>
          <a:noFill/>
        </p:spPr>
        <p:txBody>
          <a:bodyPr wrap="square" lIns="360000" tIns="360000" rIns="360000" bIns="360000" anchor="ctr">
            <a:noAutofit/>
          </a:bodyPr>
          <a:lstStyle>
            <a:lvl1pPr algn="ctr">
              <a:defRPr sz="2300" b="1">
                <a:solidFill>
                  <a:schemeClr val="bg1"/>
                </a:solidFill>
              </a:defRPr>
            </a:lvl1pPr>
            <a:lvl2pPr marL="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nb-NO" dirty="0"/>
              <a:t>Sitat/info</a:t>
            </a:r>
          </a:p>
        </p:txBody>
      </p:sp>
      <p:sp>
        <p:nvSpPr>
          <p:cNvPr id="32" name="Plassholder for bilde 27">
            <a:extLst>
              <a:ext uri="{FF2B5EF4-FFF2-40B4-BE49-F238E27FC236}">
                <a16:creationId xmlns:a16="http://schemas.microsoft.com/office/drawing/2014/main" id="{E21F72C7-9B67-D71A-1BCC-E1074262F2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4713688"/>
            <a:ext cx="6859588" cy="2144312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4" name="Plassholder for bilde 27">
            <a:extLst>
              <a:ext uri="{FF2B5EF4-FFF2-40B4-BE49-F238E27FC236}">
                <a16:creationId xmlns:a16="http://schemas.microsoft.com/office/drawing/2014/main" id="{9372C894-F2B2-D3C8-20E0-7FDCEFDB25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7110" y="2949"/>
            <a:ext cx="3014890" cy="4605337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6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2" name="Plassholder for bilde 27">
            <a:extLst>
              <a:ext uri="{FF2B5EF4-FFF2-40B4-BE49-F238E27FC236}">
                <a16:creationId xmlns:a16="http://schemas.microsoft.com/office/drawing/2014/main" id="{6B377859-8996-4047-1018-474E2BDC70E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44836" y="-17969"/>
            <a:ext cx="5930570" cy="2144312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Plassholder for bilde 27">
            <a:extLst>
              <a:ext uri="{FF2B5EF4-FFF2-40B4-BE49-F238E27FC236}">
                <a16:creationId xmlns:a16="http://schemas.microsoft.com/office/drawing/2014/main" id="{1F3380DB-2CE3-04A7-79AD-B9C73D9D18E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82" y="2949"/>
            <a:ext cx="3014890" cy="4605337"/>
          </a:xfr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17343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kjerm bil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F9E1026E-00C1-2821-1D00-D0F827AB4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3332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(norsk) - mørk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ssholder for bilde 153">
            <a:extLst>
              <a:ext uri="{FF2B5EF4-FFF2-40B4-BE49-F238E27FC236}">
                <a16:creationId xmlns:a16="http://schemas.microsoft.com/office/drawing/2014/main" id="{37589B60-1E9E-DEF5-113C-EC3CD9465B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852583 w 12192000"/>
              <a:gd name="connsiteY0" fmla="*/ 3804956 h 6858000"/>
              <a:gd name="connsiteX1" fmla="*/ 3852583 w 12192000"/>
              <a:gd name="connsiteY1" fmla="*/ 4120240 h 6858000"/>
              <a:gd name="connsiteX2" fmla="*/ 3923370 w 12192000"/>
              <a:gd name="connsiteY2" fmla="*/ 4120240 h 6858000"/>
              <a:gd name="connsiteX3" fmla="*/ 3923370 w 12192000"/>
              <a:gd name="connsiteY3" fmla="*/ 3933887 h 6858000"/>
              <a:gd name="connsiteX4" fmla="*/ 4040987 w 12192000"/>
              <a:gd name="connsiteY4" fmla="*/ 4120240 h 6858000"/>
              <a:gd name="connsiteX5" fmla="*/ 4109596 w 12192000"/>
              <a:gd name="connsiteY5" fmla="*/ 4120240 h 6858000"/>
              <a:gd name="connsiteX6" fmla="*/ 4109596 w 12192000"/>
              <a:gd name="connsiteY6" fmla="*/ 3804956 h 6858000"/>
              <a:gd name="connsiteX7" fmla="*/ 4039897 w 12192000"/>
              <a:gd name="connsiteY7" fmla="*/ 3804956 h 6858000"/>
              <a:gd name="connsiteX8" fmla="*/ 4039897 w 12192000"/>
              <a:gd name="connsiteY8" fmla="*/ 3988059 h 6858000"/>
              <a:gd name="connsiteX9" fmla="*/ 3923370 w 12192000"/>
              <a:gd name="connsiteY9" fmla="*/ 3804956 h 6858000"/>
              <a:gd name="connsiteX10" fmla="*/ 7262357 w 12192000"/>
              <a:gd name="connsiteY10" fmla="*/ 3797372 h 6858000"/>
              <a:gd name="connsiteX11" fmla="*/ 7297206 w 12192000"/>
              <a:gd name="connsiteY11" fmla="*/ 3828792 h 6858000"/>
              <a:gd name="connsiteX12" fmla="*/ 7227508 w 12192000"/>
              <a:gd name="connsiteY12" fmla="*/ 3828792 h 6858000"/>
              <a:gd name="connsiteX13" fmla="*/ 7262357 w 12192000"/>
              <a:gd name="connsiteY13" fmla="*/ 3797372 h 6858000"/>
              <a:gd name="connsiteX14" fmla="*/ 6662298 w 12192000"/>
              <a:gd name="connsiteY14" fmla="*/ 3797372 h 6858000"/>
              <a:gd name="connsiteX15" fmla="*/ 6697148 w 12192000"/>
              <a:gd name="connsiteY15" fmla="*/ 3828792 h 6858000"/>
              <a:gd name="connsiteX16" fmla="*/ 6627449 w 12192000"/>
              <a:gd name="connsiteY16" fmla="*/ 3828792 h 6858000"/>
              <a:gd name="connsiteX17" fmla="*/ 6662298 w 12192000"/>
              <a:gd name="connsiteY17" fmla="*/ 3797372 h 6858000"/>
              <a:gd name="connsiteX18" fmla="*/ 7016235 w 12192000"/>
              <a:gd name="connsiteY18" fmla="*/ 3774620 h 6858000"/>
              <a:gd name="connsiteX19" fmla="*/ 7016235 w 12192000"/>
              <a:gd name="connsiteY19" fmla="*/ 3914384 h 6858000"/>
              <a:gd name="connsiteX20" fmla="*/ 7049995 w 12192000"/>
              <a:gd name="connsiteY20" fmla="*/ 3914384 h 6858000"/>
              <a:gd name="connsiteX21" fmla="*/ 7049995 w 12192000"/>
              <a:gd name="connsiteY21" fmla="*/ 3774620 h 6858000"/>
              <a:gd name="connsiteX22" fmla="*/ 6433600 w 12192000"/>
              <a:gd name="connsiteY22" fmla="*/ 3774620 h 6858000"/>
              <a:gd name="connsiteX23" fmla="*/ 6491319 w 12192000"/>
              <a:gd name="connsiteY23" fmla="*/ 3914385 h 6858000"/>
              <a:gd name="connsiteX24" fmla="*/ 6525079 w 12192000"/>
              <a:gd name="connsiteY24" fmla="*/ 3914385 h 6858000"/>
              <a:gd name="connsiteX25" fmla="*/ 6578442 w 12192000"/>
              <a:gd name="connsiteY25" fmla="*/ 3774620 h 6858000"/>
              <a:gd name="connsiteX26" fmla="*/ 6543593 w 12192000"/>
              <a:gd name="connsiteY26" fmla="*/ 3774620 h 6858000"/>
              <a:gd name="connsiteX27" fmla="*/ 6507655 w 12192000"/>
              <a:gd name="connsiteY27" fmla="*/ 3874297 h 6858000"/>
              <a:gd name="connsiteX28" fmla="*/ 6470627 w 12192000"/>
              <a:gd name="connsiteY28" fmla="*/ 3774620 h 6858000"/>
              <a:gd name="connsiteX29" fmla="*/ 6372614 w 12192000"/>
              <a:gd name="connsiteY29" fmla="*/ 3774620 h 6858000"/>
              <a:gd name="connsiteX30" fmla="*/ 6372614 w 12192000"/>
              <a:gd name="connsiteY30" fmla="*/ 3914384 h 6858000"/>
              <a:gd name="connsiteX31" fmla="*/ 6406374 w 12192000"/>
              <a:gd name="connsiteY31" fmla="*/ 3914384 h 6858000"/>
              <a:gd name="connsiteX32" fmla="*/ 6406374 w 12192000"/>
              <a:gd name="connsiteY32" fmla="*/ 3774620 h 6858000"/>
              <a:gd name="connsiteX33" fmla="*/ 6031745 w 12192000"/>
              <a:gd name="connsiteY33" fmla="*/ 3774620 h 6858000"/>
              <a:gd name="connsiteX34" fmla="*/ 6031745 w 12192000"/>
              <a:gd name="connsiteY34" fmla="*/ 3863463 h 6858000"/>
              <a:gd name="connsiteX35" fmla="*/ 6085108 w 12192000"/>
              <a:gd name="connsiteY35" fmla="*/ 3918719 h 6858000"/>
              <a:gd name="connsiteX36" fmla="*/ 6125402 w 12192000"/>
              <a:gd name="connsiteY36" fmla="*/ 3900300 h 6858000"/>
              <a:gd name="connsiteX37" fmla="*/ 6126491 w 12192000"/>
              <a:gd name="connsiteY37" fmla="*/ 3915468 h 6858000"/>
              <a:gd name="connsiteX38" fmla="*/ 6158073 w 12192000"/>
              <a:gd name="connsiteY38" fmla="*/ 3915468 h 6858000"/>
              <a:gd name="connsiteX39" fmla="*/ 6156984 w 12192000"/>
              <a:gd name="connsiteY39" fmla="*/ 3889465 h 6858000"/>
              <a:gd name="connsiteX40" fmla="*/ 6156984 w 12192000"/>
              <a:gd name="connsiteY40" fmla="*/ 3774620 h 6858000"/>
              <a:gd name="connsiteX41" fmla="*/ 6123224 w 12192000"/>
              <a:gd name="connsiteY41" fmla="*/ 3774620 h 6858000"/>
              <a:gd name="connsiteX42" fmla="*/ 6123224 w 12192000"/>
              <a:gd name="connsiteY42" fmla="*/ 3856962 h 6858000"/>
              <a:gd name="connsiteX43" fmla="*/ 6093821 w 12192000"/>
              <a:gd name="connsiteY43" fmla="*/ 3888382 h 6858000"/>
              <a:gd name="connsiteX44" fmla="*/ 6065505 w 12192000"/>
              <a:gd name="connsiteY44" fmla="*/ 3856962 h 6858000"/>
              <a:gd name="connsiteX45" fmla="*/ 6065505 w 12192000"/>
              <a:gd name="connsiteY45" fmla="*/ 3774620 h 6858000"/>
              <a:gd name="connsiteX46" fmla="*/ 6838722 w 12192000"/>
              <a:gd name="connsiteY46" fmla="*/ 3773536 h 6858000"/>
              <a:gd name="connsiteX47" fmla="*/ 6798428 w 12192000"/>
              <a:gd name="connsiteY47" fmla="*/ 3797372 h 6858000"/>
              <a:gd name="connsiteX48" fmla="*/ 6798428 w 12192000"/>
              <a:gd name="connsiteY48" fmla="*/ 3774619 h 6858000"/>
              <a:gd name="connsiteX49" fmla="*/ 6765757 w 12192000"/>
              <a:gd name="connsiteY49" fmla="*/ 3774619 h 6858000"/>
              <a:gd name="connsiteX50" fmla="*/ 6765757 w 12192000"/>
              <a:gd name="connsiteY50" fmla="*/ 3914384 h 6858000"/>
              <a:gd name="connsiteX51" fmla="*/ 6799517 w 12192000"/>
              <a:gd name="connsiteY51" fmla="*/ 3914384 h 6858000"/>
              <a:gd name="connsiteX52" fmla="*/ 6799517 w 12192000"/>
              <a:gd name="connsiteY52" fmla="*/ 3847211 h 6858000"/>
              <a:gd name="connsiteX53" fmla="*/ 6837633 w 12192000"/>
              <a:gd name="connsiteY53" fmla="*/ 3806039 h 6858000"/>
              <a:gd name="connsiteX54" fmla="*/ 6847435 w 12192000"/>
              <a:gd name="connsiteY54" fmla="*/ 3807015 h 6858000"/>
              <a:gd name="connsiteX55" fmla="*/ 6847435 w 12192000"/>
              <a:gd name="connsiteY55" fmla="*/ 3807123 h 6858000"/>
              <a:gd name="connsiteX56" fmla="*/ 6848524 w 12192000"/>
              <a:gd name="connsiteY56" fmla="*/ 3807123 h 6858000"/>
              <a:gd name="connsiteX57" fmla="*/ 6847435 w 12192000"/>
              <a:gd name="connsiteY57" fmla="*/ 3807015 h 6858000"/>
              <a:gd name="connsiteX58" fmla="*/ 6847435 w 12192000"/>
              <a:gd name="connsiteY58" fmla="*/ 3774619 h 6858000"/>
              <a:gd name="connsiteX59" fmla="*/ 6838722 w 12192000"/>
              <a:gd name="connsiteY59" fmla="*/ 3773536 h 6858000"/>
              <a:gd name="connsiteX60" fmla="*/ 7262357 w 12192000"/>
              <a:gd name="connsiteY60" fmla="*/ 3770286 h 6858000"/>
              <a:gd name="connsiteX61" fmla="*/ 7193748 w 12192000"/>
              <a:gd name="connsiteY61" fmla="*/ 3843961 h 6858000"/>
              <a:gd name="connsiteX62" fmla="*/ 7265624 w 12192000"/>
              <a:gd name="connsiteY62" fmla="*/ 3918719 h 6858000"/>
              <a:gd name="connsiteX63" fmla="*/ 7328788 w 12192000"/>
              <a:gd name="connsiteY63" fmla="*/ 3874297 h 6858000"/>
              <a:gd name="connsiteX64" fmla="*/ 7299384 w 12192000"/>
              <a:gd name="connsiteY64" fmla="*/ 3865630 h 6858000"/>
              <a:gd name="connsiteX65" fmla="*/ 7264535 w 12192000"/>
              <a:gd name="connsiteY65" fmla="*/ 3890549 h 6858000"/>
              <a:gd name="connsiteX66" fmla="*/ 7226419 w 12192000"/>
              <a:gd name="connsiteY66" fmla="*/ 3853712 h 6858000"/>
              <a:gd name="connsiteX67" fmla="*/ 7329878 w 12192000"/>
              <a:gd name="connsiteY67" fmla="*/ 3853712 h 6858000"/>
              <a:gd name="connsiteX68" fmla="*/ 7330967 w 12192000"/>
              <a:gd name="connsiteY68" fmla="*/ 3842877 h 6858000"/>
              <a:gd name="connsiteX69" fmla="*/ 7262357 w 12192000"/>
              <a:gd name="connsiteY69" fmla="*/ 3770286 h 6858000"/>
              <a:gd name="connsiteX70" fmla="*/ 6662298 w 12192000"/>
              <a:gd name="connsiteY70" fmla="*/ 3770286 h 6858000"/>
              <a:gd name="connsiteX71" fmla="*/ 6593689 w 12192000"/>
              <a:gd name="connsiteY71" fmla="*/ 3843961 h 6858000"/>
              <a:gd name="connsiteX72" fmla="*/ 6665565 w 12192000"/>
              <a:gd name="connsiteY72" fmla="*/ 3918719 h 6858000"/>
              <a:gd name="connsiteX73" fmla="*/ 6728730 w 12192000"/>
              <a:gd name="connsiteY73" fmla="*/ 3874297 h 6858000"/>
              <a:gd name="connsiteX74" fmla="*/ 6699326 w 12192000"/>
              <a:gd name="connsiteY74" fmla="*/ 3865630 h 6858000"/>
              <a:gd name="connsiteX75" fmla="*/ 6664477 w 12192000"/>
              <a:gd name="connsiteY75" fmla="*/ 3890549 h 6858000"/>
              <a:gd name="connsiteX76" fmla="*/ 6626360 w 12192000"/>
              <a:gd name="connsiteY76" fmla="*/ 3853712 h 6858000"/>
              <a:gd name="connsiteX77" fmla="*/ 6729819 w 12192000"/>
              <a:gd name="connsiteY77" fmla="*/ 3853712 h 6858000"/>
              <a:gd name="connsiteX78" fmla="*/ 6730908 w 12192000"/>
              <a:gd name="connsiteY78" fmla="*/ 3842877 h 6858000"/>
              <a:gd name="connsiteX79" fmla="*/ 6662298 w 12192000"/>
              <a:gd name="connsiteY79" fmla="*/ 3770286 h 6858000"/>
              <a:gd name="connsiteX80" fmla="*/ 6277868 w 12192000"/>
              <a:gd name="connsiteY80" fmla="*/ 3770286 h 6858000"/>
              <a:gd name="connsiteX81" fmla="*/ 6236484 w 12192000"/>
              <a:gd name="connsiteY81" fmla="*/ 3793039 h 6858000"/>
              <a:gd name="connsiteX82" fmla="*/ 6236484 w 12192000"/>
              <a:gd name="connsiteY82" fmla="*/ 3774620 h 6858000"/>
              <a:gd name="connsiteX83" fmla="*/ 6203813 w 12192000"/>
              <a:gd name="connsiteY83" fmla="*/ 3774620 h 6858000"/>
              <a:gd name="connsiteX84" fmla="*/ 6203813 w 12192000"/>
              <a:gd name="connsiteY84" fmla="*/ 3914385 h 6858000"/>
              <a:gd name="connsiteX85" fmla="*/ 6236484 w 12192000"/>
              <a:gd name="connsiteY85" fmla="*/ 3914385 h 6858000"/>
              <a:gd name="connsiteX86" fmla="*/ 6236484 w 12192000"/>
              <a:gd name="connsiteY86" fmla="*/ 3834209 h 6858000"/>
              <a:gd name="connsiteX87" fmla="*/ 6265888 w 12192000"/>
              <a:gd name="connsiteY87" fmla="*/ 3800623 h 6858000"/>
              <a:gd name="connsiteX88" fmla="*/ 6295292 w 12192000"/>
              <a:gd name="connsiteY88" fmla="*/ 3832043 h 6858000"/>
              <a:gd name="connsiteX89" fmla="*/ 6295292 w 12192000"/>
              <a:gd name="connsiteY89" fmla="*/ 3914385 h 6858000"/>
              <a:gd name="connsiteX90" fmla="*/ 6329052 w 12192000"/>
              <a:gd name="connsiteY90" fmla="*/ 3914385 h 6858000"/>
              <a:gd name="connsiteX91" fmla="*/ 6329052 w 12192000"/>
              <a:gd name="connsiteY91" fmla="*/ 3825542 h 6858000"/>
              <a:gd name="connsiteX92" fmla="*/ 6277868 w 12192000"/>
              <a:gd name="connsiteY92" fmla="*/ 3770286 h 6858000"/>
              <a:gd name="connsiteX93" fmla="*/ 6923667 w 12192000"/>
              <a:gd name="connsiteY93" fmla="*/ 3769202 h 6858000"/>
              <a:gd name="connsiteX94" fmla="*/ 6871393 w 12192000"/>
              <a:gd name="connsiteY94" fmla="*/ 3814707 h 6858000"/>
              <a:gd name="connsiteX95" fmla="*/ 6909510 w 12192000"/>
              <a:gd name="connsiteY95" fmla="*/ 3855878 h 6858000"/>
              <a:gd name="connsiteX96" fmla="*/ 6930201 w 12192000"/>
              <a:gd name="connsiteY96" fmla="*/ 3860212 h 6858000"/>
              <a:gd name="connsiteX97" fmla="*/ 6946537 w 12192000"/>
              <a:gd name="connsiteY97" fmla="*/ 3875380 h 6858000"/>
              <a:gd name="connsiteX98" fmla="*/ 6925845 w 12192000"/>
              <a:gd name="connsiteY98" fmla="*/ 3891632 h 6858000"/>
              <a:gd name="connsiteX99" fmla="*/ 6897530 w 12192000"/>
              <a:gd name="connsiteY99" fmla="*/ 3867796 h 6858000"/>
              <a:gd name="connsiteX100" fmla="*/ 6868126 w 12192000"/>
              <a:gd name="connsiteY100" fmla="*/ 3874297 h 6858000"/>
              <a:gd name="connsiteX101" fmla="*/ 6925845 w 12192000"/>
              <a:gd name="connsiteY101" fmla="*/ 3916551 h 6858000"/>
              <a:gd name="connsiteX102" fmla="*/ 6979208 w 12192000"/>
              <a:gd name="connsiteY102" fmla="*/ 3872130 h 6858000"/>
              <a:gd name="connsiteX103" fmla="*/ 6938914 w 12192000"/>
              <a:gd name="connsiteY103" fmla="*/ 3829875 h 6858000"/>
              <a:gd name="connsiteX104" fmla="*/ 6917133 w 12192000"/>
              <a:gd name="connsiteY104" fmla="*/ 3825541 h 6858000"/>
              <a:gd name="connsiteX105" fmla="*/ 6902975 w 12192000"/>
              <a:gd name="connsiteY105" fmla="*/ 3811457 h 6858000"/>
              <a:gd name="connsiteX106" fmla="*/ 6923667 w 12192000"/>
              <a:gd name="connsiteY106" fmla="*/ 3795205 h 6858000"/>
              <a:gd name="connsiteX107" fmla="*/ 6949804 w 12192000"/>
              <a:gd name="connsiteY107" fmla="*/ 3815790 h 6858000"/>
              <a:gd name="connsiteX108" fmla="*/ 6978119 w 12192000"/>
              <a:gd name="connsiteY108" fmla="*/ 3808206 h 6858000"/>
              <a:gd name="connsiteX109" fmla="*/ 6923667 w 12192000"/>
              <a:gd name="connsiteY109" fmla="*/ 3769202 h 6858000"/>
              <a:gd name="connsiteX110" fmla="*/ 7378884 w 12192000"/>
              <a:gd name="connsiteY110" fmla="*/ 3733448 h 6858000"/>
              <a:gd name="connsiteX111" fmla="*/ 7378884 w 12192000"/>
              <a:gd name="connsiteY111" fmla="*/ 3754034 h 6858000"/>
              <a:gd name="connsiteX112" fmla="*/ 7357104 w 12192000"/>
              <a:gd name="connsiteY112" fmla="*/ 3775703 h 6858000"/>
              <a:gd name="connsiteX113" fmla="*/ 7349480 w 12192000"/>
              <a:gd name="connsiteY113" fmla="*/ 3775703 h 6858000"/>
              <a:gd name="connsiteX114" fmla="*/ 7349480 w 12192000"/>
              <a:gd name="connsiteY114" fmla="*/ 3804956 h 6858000"/>
              <a:gd name="connsiteX115" fmla="*/ 7375617 w 12192000"/>
              <a:gd name="connsiteY115" fmla="*/ 3804956 h 6858000"/>
              <a:gd name="connsiteX116" fmla="*/ 7375617 w 12192000"/>
              <a:gd name="connsiteY116" fmla="*/ 3875380 h 6858000"/>
              <a:gd name="connsiteX117" fmla="*/ 7418089 w 12192000"/>
              <a:gd name="connsiteY117" fmla="*/ 3916551 h 6858000"/>
              <a:gd name="connsiteX118" fmla="*/ 7438781 w 12192000"/>
              <a:gd name="connsiteY118" fmla="*/ 3912217 h 6858000"/>
              <a:gd name="connsiteX119" fmla="*/ 7438781 w 12192000"/>
              <a:gd name="connsiteY119" fmla="*/ 3885131 h 6858000"/>
              <a:gd name="connsiteX120" fmla="*/ 7426802 w 12192000"/>
              <a:gd name="connsiteY120" fmla="*/ 3886214 h 6858000"/>
              <a:gd name="connsiteX121" fmla="*/ 7409377 w 12192000"/>
              <a:gd name="connsiteY121" fmla="*/ 3868879 h 6858000"/>
              <a:gd name="connsiteX122" fmla="*/ 7409377 w 12192000"/>
              <a:gd name="connsiteY122" fmla="*/ 3803872 h 6858000"/>
              <a:gd name="connsiteX123" fmla="*/ 7438781 w 12192000"/>
              <a:gd name="connsiteY123" fmla="*/ 3803872 h 6858000"/>
              <a:gd name="connsiteX124" fmla="*/ 7438781 w 12192000"/>
              <a:gd name="connsiteY124" fmla="*/ 3774619 h 6858000"/>
              <a:gd name="connsiteX125" fmla="*/ 7409377 w 12192000"/>
              <a:gd name="connsiteY125" fmla="*/ 3774619 h 6858000"/>
              <a:gd name="connsiteX126" fmla="*/ 7409377 w 12192000"/>
              <a:gd name="connsiteY126" fmla="*/ 3733448 h 6858000"/>
              <a:gd name="connsiteX127" fmla="*/ 7108803 w 12192000"/>
              <a:gd name="connsiteY127" fmla="*/ 3733448 h 6858000"/>
              <a:gd name="connsiteX128" fmla="*/ 7108803 w 12192000"/>
              <a:gd name="connsiteY128" fmla="*/ 3754034 h 6858000"/>
              <a:gd name="connsiteX129" fmla="*/ 7087022 w 12192000"/>
              <a:gd name="connsiteY129" fmla="*/ 3775703 h 6858000"/>
              <a:gd name="connsiteX130" fmla="*/ 7079399 w 12192000"/>
              <a:gd name="connsiteY130" fmla="*/ 3775703 h 6858000"/>
              <a:gd name="connsiteX131" fmla="*/ 7079399 w 12192000"/>
              <a:gd name="connsiteY131" fmla="*/ 3804956 h 6858000"/>
              <a:gd name="connsiteX132" fmla="*/ 7105536 w 12192000"/>
              <a:gd name="connsiteY132" fmla="*/ 3804956 h 6858000"/>
              <a:gd name="connsiteX133" fmla="*/ 7105536 w 12192000"/>
              <a:gd name="connsiteY133" fmla="*/ 3875380 h 6858000"/>
              <a:gd name="connsiteX134" fmla="*/ 7148008 w 12192000"/>
              <a:gd name="connsiteY134" fmla="*/ 3916551 h 6858000"/>
              <a:gd name="connsiteX135" fmla="*/ 7168700 w 12192000"/>
              <a:gd name="connsiteY135" fmla="*/ 3912217 h 6858000"/>
              <a:gd name="connsiteX136" fmla="*/ 7168700 w 12192000"/>
              <a:gd name="connsiteY136" fmla="*/ 3885131 h 6858000"/>
              <a:gd name="connsiteX137" fmla="*/ 7156721 w 12192000"/>
              <a:gd name="connsiteY137" fmla="*/ 3886214 h 6858000"/>
              <a:gd name="connsiteX138" fmla="*/ 7139296 w 12192000"/>
              <a:gd name="connsiteY138" fmla="*/ 3868879 h 6858000"/>
              <a:gd name="connsiteX139" fmla="*/ 7139296 w 12192000"/>
              <a:gd name="connsiteY139" fmla="*/ 3803872 h 6858000"/>
              <a:gd name="connsiteX140" fmla="*/ 7168700 w 12192000"/>
              <a:gd name="connsiteY140" fmla="*/ 3803872 h 6858000"/>
              <a:gd name="connsiteX141" fmla="*/ 7168700 w 12192000"/>
              <a:gd name="connsiteY141" fmla="*/ 3774619 h 6858000"/>
              <a:gd name="connsiteX142" fmla="*/ 7139296 w 12192000"/>
              <a:gd name="connsiteY142" fmla="*/ 3774619 h 6858000"/>
              <a:gd name="connsiteX143" fmla="*/ 7139296 w 12192000"/>
              <a:gd name="connsiteY143" fmla="*/ 3733448 h 6858000"/>
              <a:gd name="connsiteX144" fmla="*/ 7032570 w 12192000"/>
              <a:gd name="connsiteY144" fmla="*/ 3703112 h 6858000"/>
              <a:gd name="connsiteX145" fmla="*/ 7010790 w 12192000"/>
              <a:gd name="connsiteY145" fmla="*/ 3724781 h 6858000"/>
              <a:gd name="connsiteX146" fmla="*/ 7032570 w 12192000"/>
              <a:gd name="connsiteY146" fmla="*/ 3746450 h 6858000"/>
              <a:gd name="connsiteX147" fmla="*/ 7054351 w 12192000"/>
              <a:gd name="connsiteY147" fmla="*/ 3724781 h 6858000"/>
              <a:gd name="connsiteX148" fmla="*/ 7032570 w 12192000"/>
              <a:gd name="connsiteY148" fmla="*/ 3703112 h 6858000"/>
              <a:gd name="connsiteX149" fmla="*/ 6390039 w 12192000"/>
              <a:gd name="connsiteY149" fmla="*/ 3703112 h 6858000"/>
              <a:gd name="connsiteX150" fmla="*/ 6368258 w 12192000"/>
              <a:gd name="connsiteY150" fmla="*/ 3724781 h 6858000"/>
              <a:gd name="connsiteX151" fmla="*/ 6390039 w 12192000"/>
              <a:gd name="connsiteY151" fmla="*/ 3746450 h 6858000"/>
              <a:gd name="connsiteX152" fmla="*/ 6411820 w 12192000"/>
              <a:gd name="connsiteY152" fmla="*/ 3724781 h 6858000"/>
              <a:gd name="connsiteX153" fmla="*/ 6390039 w 12192000"/>
              <a:gd name="connsiteY153" fmla="*/ 3703112 h 6858000"/>
              <a:gd name="connsiteX154" fmla="*/ 4364431 w 12192000"/>
              <a:gd name="connsiteY154" fmla="*/ 3482089 h 6858000"/>
              <a:gd name="connsiteX155" fmla="*/ 4364431 w 12192000"/>
              <a:gd name="connsiteY155" fmla="*/ 3797372 h 6858000"/>
              <a:gd name="connsiteX156" fmla="*/ 4434129 w 12192000"/>
              <a:gd name="connsiteY156" fmla="*/ 3797372 h 6858000"/>
              <a:gd name="connsiteX157" fmla="*/ 4434129 w 12192000"/>
              <a:gd name="connsiteY157" fmla="*/ 3618603 h 6858000"/>
              <a:gd name="connsiteX158" fmla="*/ 4498382 w 12192000"/>
              <a:gd name="connsiteY158" fmla="*/ 3793039 h 6858000"/>
              <a:gd name="connsiteX159" fmla="*/ 4549567 w 12192000"/>
              <a:gd name="connsiteY159" fmla="*/ 3793039 h 6858000"/>
              <a:gd name="connsiteX160" fmla="*/ 4613820 w 12192000"/>
              <a:gd name="connsiteY160" fmla="*/ 3620770 h 6858000"/>
              <a:gd name="connsiteX161" fmla="*/ 4613820 w 12192000"/>
              <a:gd name="connsiteY161" fmla="*/ 3797372 h 6858000"/>
              <a:gd name="connsiteX162" fmla="*/ 4682430 w 12192000"/>
              <a:gd name="connsiteY162" fmla="*/ 3797372 h 6858000"/>
              <a:gd name="connsiteX163" fmla="*/ 4682430 w 12192000"/>
              <a:gd name="connsiteY163" fmla="*/ 3482089 h 6858000"/>
              <a:gd name="connsiteX164" fmla="*/ 4598574 w 12192000"/>
              <a:gd name="connsiteY164" fmla="*/ 3482089 h 6858000"/>
              <a:gd name="connsiteX165" fmla="*/ 4524519 w 12192000"/>
              <a:gd name="connsiteY165" fmla="*/ 3680360 h 6858000"/>
              <a:gd name="connsiteX166" fmla="*/ 4451554 w 12192000"/>
              <a:gd name="connsiteY166" fmla="*/ 3482089 h 6858000"/>
              <a:gd name="connsiteX167" fmla="*/ 7506302 w 12192000"/>
              <a:gd name="connsiteY167" fmla="*/ 3463670 h 6858000"/>
              <a:gd name="connsiteX168" fmla="*/ 7506302 w 12192000"/>
              <a:gd name="connsiteY168" fmla="*/ 3470171 h 6858000"/>
              <a:gd name="connsiteX169" fmla="*/ 7471453 w 12192000"/>
              <a:gd name="connsiteY169" fmla="*/ 3507008 h 6858000"/>
              <a:gd name="connsiteX170" fmla="*/ 7450761 w 12192000"/>
              <a:gd name="connsiteY170" fmla="*/ 3488589 h 6858000"/>
              <a:gd name="connsiteX171" fmla="*/ 7469275 w 12192000"/>
              <a:gd name="connsiteY171" fmla="*/ 3469087 h 6858000"/>
              <a:gd name="connsiteX172" fmla="*/ 8145566 w 12192000"/>
              <a:gd name="connsiteY172" fmla="*/ 3413831 h 6858000"/>
              <a:gd name="connsiteX173" fmla="*/ 8181505 w 12192000"/>
              <a:gd name="connsiteY173" fmla="*/ 3452835 h 6858000"/>
              <a:gd name="connsiteX174" fmla="*/ 8145566 w 12192000"/>
              <a:gd name="connsiteY174" fmla="*/ 3492923 h 6858000"/>
              <a:gd name="connsiteX175" fmla="*/ 8108539 w 12192000"/>
              <a:gd name="connsiteY175" fmla="*/ 3452835 h 6858000"/>
              <a:gd name="connsiteX176" fmla="*/ 8145566 w 12192000"/>
              <a:gd name="connsiteY176" fmla="*/ 3413831 h 6858000"/>
              <a:gd name="connsiteX177" fmla="*/ 7654411 w 12192000"/>
              <a:gd name="connsiteY177" fmla="*/ 3413831 h 6858000"/>
              <a:gd name="connsiteX178" fmla="*/ 7692527 w 12192000"/>
              <a:gd name="connsiteY178" fmla="*/ 3457169 h 6858000"/>
              <a:gd name="connsiteX179" fmla="*/ 7654411 w 12192000"/>
              <a:gd name="connsiteY179" fmla="*/ 3501590 h 6858000"/>
              <a:gd name="connsiteX180" fmla="*/ 7616294 w 12192000"/>
              <a:gd name="connsiteY180" fmla="*/ 3457169 h 6858000"/>
              <a:gd name="connsiteX181" fmla="*/ 7654411 w 12192000"/>
              <a:gd name="connsiteY181" fmla="*/ 3413831 h 6858000"/>
              <a:gd name="connsiteX182" fmla="*/ 6103621 w 12192000"/>
              <a:gd name="connsiteY182" fmla="*/ 3413831 h 6858000"/>
              <a:gd name="connsiteX183" fmla="*/ 6141738 w 12192000"/>
              <a:gd name="connsiteY183" fmla="*/ 3457169 h 6858000"/>
              <a:gd name="connsiteX184" fmla="*/ 6103621 w 12192000"/>
              <a:gd name="connsiteY184" fmla="*/ 3501590 h 6858000"/>
              <a:gd name="connsiteX185" fmla="*/ 6065505 w 12192000"/>
              <a:gd name="connsiteY185" fmla="*/ 3457169 h 6858000"/>
              <a:gd name="connsiteX186" fmla="*/ 6103621 w 12192000"/>
              <a:gd name="connsiteY186" fmla="*/ 3413831 h 6858000"/>
              <a:gd name="connsiteX187" fmla="*/ 6353012 w 12192000"/>
              <a:gd name="connsiteY187" fmla="*/ 3412748 h 6858000"/>
              <a:gd name="connsiteX188" fmla="*/ 6392217 w 12192000"/>
              <a:gd name="connsiteY188" fmla="*/ 3457170 h 6858000"/>
              <a:gd name="connsiteX189" fmla="*/ 6353012 w 12192000"/>
              <a:gd name="connsiteY189" fmla="*/ 3501591 h 6858000"/>
              <a:gd name="connsiteX190" fmla="*/ 6313806 w 12192000"/>
              <a:gd name="connsiteY190" fmla="*/ 3457170 h 6858000"/>
              <a:gd name="connsiteX191" fmla="*/ 6353012 w 12192000"/>
              <a:gd name="connsiteY191" fmla="*/ 3412748 h 6858000"/>
              <a:gd name="connsiteX192" fmla="*/ 8316545 w 12192000"/>
              <a:gd name="connsiteY192" fmla="*/ 3410581 h 6858000"/>
              <a:gd name="connsiteX193" fmla="*/ 8351395 w 12192000"/>
              <a:gd name="connsiteY193" fmla="*/ 3442001 h 6858000"/>
              <a:gd name="connsiteX194" fmla="*/ 8281696 w 12192000"/>
              <a:gd name="connsiteY194" fmla="*/ 3442001 h 6858000"/>
              <a:gd name="connsiteX195" fmla="*/ 8316545 w 12192000"/>
              <a:gd name="connsiteY195" fmla="*/ 3410581 h 6858000"/>
              <a:gd name="connsiteX196" fmla="*/ 7819944 w 12192000"/>
              <a:gd name="connsiteY196" fmla="*/ 3410581 h 6858000"/>
              <a:gd name="connsiteX197" fmla="*/ 7854794 w 12192000"/>
              <a:gd name="connsiteY197" fmla="*/ 3442001 h 6858000"/>
              <a:gd name="connsiteX198" fmla="*/ 7785095 w 12192000"/>
              <a:gd name="connsiteY198" fmla="*/ 3442001 h 6858000"/>
              <a:gd name="connsiteX199" fmla="*/ 7819944 w 12192000"/>
              <a:gd name="connsiteY199" fmla="*/ 3410581 h 6858000"/>
              <a:gd name="connsiteX200" fmla="*/ 6859413 w 12192000"/>
              <a:gd name="connsiteY200" fmla="*/ 3410581 h 6858000"/>
              <a:gd name="connsiteX201" fmla="*/ 6894263 w 12192000"/>
              <a:gd name="connsiteY201" fmla="*/ 3442001 h 6858000"/>
              <a:gd name="connsiteX202" fmla="*/ 6824564 w 12192000"/>
              <a:gd name="connsiteY202" fmla="*/ 3442001 h 6858000"/>
              <a:gd name="connsiteX203" fmla="*/ 6859413 w 12192000"/>
              <a:gd name="connsiteY203" fmla="*/ 3410581 h 6858000"/>
              <a:gd name="connsiteX204" fmla="*/ 8003992 w 12192000"/>
              <a:gd name="connsiteY204" fmla="*/ 3387829 h 6858000"/>
              <a:gd name="connsiteX205" fmla="*/ 8003992 w 12192000"/>
              <a:gd name="connsiteY205" fmla="*/ 3527593 h 6858000"/>
              <a:gd name="connsiteX206" fmla="*/ 8037752 w 12192000"/>
              <a:gd name="connsiteY206" fmla="*/ 3527593 h 6858000"/>
              <a:gd name="connsiteX207" fmla="*/ 8037752 w 12192000"/>
              <a:gd name="connsiteY207" fmla="*/ 3387829 h 6858000"/>
              <a:gd name="connsiteX208" fmla="*/ 6613291 w 12192000"/>
              <a:gd name="connsiteY208" fmla="*/ 3387829 h 6858000"/>
              <a:gd name="connsiteX209" fmla="*/ 6613291 w 12192000"/>
              <a:gd name="connsiteY209" fmla="*/ 3527593 h 6858000"/>
              <a:gd name="connsiteX210" fmla="*/ 6647051 w 12192000"/>
              <a:gd name="connsiteY210" fmla="*/ 3527593 h 6858000"/>
              <a:gd name="connsiteX211" fmla="*/ 6647051 w 12192000"/>
              <a:gd name="connsiteY211" fmla="*/ 3387829 h 6858000"/>
              <a:gd name="connsiteX212" fmla="*/ 6211436 w 12192000"/>
              <a:gd name="connsiteY212" fmla="*/ 3387829 h 6858000"/>
              <a:gd name="connsiteX213" fmla="*/ 6211436 w 12192000"/>
              <a:gd name="connsiteY213" fmla="*/ 3527593 h 6858000"/>
              <a:gd name="connsiteX214" fmla="*/ 6245196 w 12192000"/>
              <a:gd name="connsiteY214" fmla="*/ 3527593 h 6858000"/>
              <a:gd name="connsiteX215" fmla="*/ 6245196 w 12192000"/>
              <a:gd name="connsiteY215" fmla="*/ 3387829 h 6858000"/>
              <a:gd name="connsiteX216" fmla="*/ 6439045 w 12192000"/>
              <a:gd name="connsiteY216" fmla="*/ 3387828 h 6858000"/>
              <a:gd name="connsiteX217" fmla="*/ 6496764 w 12192000"/>
              <a:gd name="connsiteY217" fmla="*/ 3527593 h 6858000"/>
              <a:gd name="connsiteX218" fmla="*/ 6530524 w 12192000"/>
              <a:gd name="connsiteY218" fmla="*/ 3527593 h 6858000"/>
              <a:gd name="connsiteX219" fmla="*/ 6583887 w 12192000"/>
              <a:gd name="connsiteY219" fmla="*/ 3387828 h 6858000"/>
              <a:gd name="connsiteX220" fmla="*/ 6549038 w 12192000"/>
              <a:gd name="connsiteY220" fmla="*/ 3387828 h 6858000"/>
              <a:gd name="connsiteX221" fmla="*/ 6513100 w 12192000"/>
              <a:gd name="connsiteY221" fmla="*/ 3487505 h 6858000"/>
              <a:gd name="connsiteX222" fmla="*/ 6476072 w 12192000"/>
              <a:gd name="connsiteY222" fmla="*/ 3387828 h 6858000"/>
              <a:gd name="connsiteX223" fmla="*/ 8139032 w 12192000"/>
              <a:gd name="connsiteY223" fmla="*/ 3384578 h 6858000"/>
              <a:gd name="connsiteX224" fmla="*/ 8073690 w 12192000"/>
              <a:gd name="connsiteY224" fmla="*/ 3452835 h 6858000"/>
              <a:gd name="connsiteX225" fmla="*/ 8139032 w 12192000"/>
              <a:gd name="connsiteY225" fmla="*/ 3521093 h 6858000"/>
              <a:gd name="connsiteX226" fmla="*/ 8180416 w 12192000"/>
              <a:gd name="connsiteY226" fmla="*/ 3500507 h 6858000"/>
              <a:gd name="connsiteX227" fmla="*/ 8180416 w 12192000"/>
              <a:gd name="connsiteY227" fmla="*/ 3515675 h 6858000"/>
              <a:gd name="connsiteX228" fmla="*/ 8140121 w 12192000"/>
              <a:gd name="connsiteY228" fmla="*/ 3557930 h 6858000"/>
              <a:gd name="connsiteX229" fmla="*/ 8105272 w 12192000"/>
              <a:gd name="connsiteY229" fmla="*/ 3527593 h 6858000"/>
              <a:gd name="connsiteX230" fmla="*/ 8073690 w 12192000"/>
              <a:gd name="connsiteY230" fmla="*/ 3536261 h 6858000"/>
              <a:gd name="connsiteX231" fmla="*/ 8141210 w 12192000"/>
              <a:gd name="connsiteY231" fmla="*/ 3587183 h 6858000"/>
              <a:gd name="connsiteX232" fmla="*/ 8213087 w 12192000"/>
              <a:gd name="connsiteY232" fmla="*/ 3514592 h 6858000"/>
              <a:gd name="connsiteX233" fmla="*/ 8213087 w 12192000"/>
              <a:gd name="connsiteY233" fmla="*/ 3387828 h 6858000"/>
              <a:gd name="connsiteX234" fmla="*/ 8180416 w 12192000"/>
              <a:gd name="connsiteY234" fmla="*/ 3387828 h 6858000"/>
              <a:gd name="connsiteX235" fmla="*/ 8180416 w 12192000"/>
              <a:gd name="connsiteY235" fmla="*/ 3405163 h 6858000"/>
              <a:gd name="connsiteX236" fmla="*/ 8139032 w 12192000"/>
              <a:gd name="connsiteY236" fmla="*/ 3384578 h 6858000"/>
              <a:gd name="connsiteX237" fmla="*/ 7660945 w 12192000"/>
              <a:gd name="connsiteY237" fmla="*/ 3384578 h 6858000"/>
              <a:gd name="connsiteX238" fmla="*/ 7616294 w 12192000"/>
              <a:gd name="connsiteY238" fmla="*/ 3406247 h 6858000"/>
              <a:gd name="connsiteX239" fmla="*/ 7616294 w 12192000"/>
              <a:gd name="connsiteY239" fmla="*/ 3387828 h 6858000"/>
              <a:gd name="connsiteX240" fmla="*/ 7583623 w 12192000"/>
              <a:gd name="connsiteY240" fmla="*/ 3387828 h 6858000"/>
              <a:gd name="connsiteX241" fmla="*/ 7583623 w 12192000"/>
              <a:gd name="connsiteY241" fmla="*/ 3581766 h 6858000"/>
              <a:gd name="connsiteX242" fmla="*/ 7617383 w 12192000"/>
              <a:gd name="connsiteY242" fmla="*/ 3581766 h 6858000"/>
              <a:gd name="connsiteX243" fmla="*/ 7617383 w 12192000"/>
              <a:gd name="connsiteY243" fmla="*/ 3511341 h 6858000"/>
              <a:gd name="connsiteX244" fmla="*/ 7659856 w 12192000"/>
              <a:gd name="connsiteY244" fmla="*/ 3530844 h 6858000"/>
              <a:gd name="connsiteX245" fmla="*/ 7726287 w 12192000"/>
              <a:gd name="connsiteY245" fmla="*/ 3457169 h 6858000"/>
              <a:gd name="connsiteX246" fmla="*/ 7660945 w 12192000"/>
              <a:gd name="connsiteY246" fmla="*/ 3384578 h 6858000"/>
              <a:gd name="connsiteX247" fmla="*/ 8316545 w 12192000"/>
              <a:gd name="connsiteY247" fmla="*/ 3383495 h 6858000"/>
              <a:gd name="connsiteX248" fmla="*/ 8247936 w 12192000"/>
              <a:gd name="connsiteY248" fmla="*/ 3457170 h 6858000"/>
              <a:gd name="connsiteX249" fmla="*/ 8319812 w 12192000"/>
              <a:gd name="connsiteY249" fmla="*/ 3531928 h 6858000"/>
              <a:gd name="connsiteX250" fmla="*/ 8382977 w 12192000"/>
              <a:gd name="connsiteY250" fmla="*/ 3487506 h 6858000"/>
              <a:gd name="connsiteX251" fmla="*/ 8353573 w 12192000"/>
              <a:gd name="connsiteY251" fmla="*/ 3478838 h 6858000"/>
              <a:gd name="connsiteX252" fmla="*/ 8318724 w 12192000"/>
              <a:gd name="connsiteY252" fmla="*/ 3503758 h 6858000"/>
              <a:gd name="connsiteX253" fmla="*/ 8280607 w 12192000"/>
              <a:gd name="connsiteY253" fmla="*/ 3466921 h 6858000"/>
              <a:gd name="connsiteX254" fmla="*/ 8384066 w 12192000"/>
              <a:gd name="connsiteY254" fmla="*/ 3466921 h 6858000"/>
              <a:gd name="connsiteX255" fmla="*/ 8385155 w 12192000"/>
              <a:gd name="connsiteY255" fmla="*/ 3456086 h 6858000"/>
              <a:gd name="connsiteX256" fmla="*/ 8316545 w 12192000"/>
              <a:gd name="connsiteY256" fmla="*/ 3383495 h 6858000"/>
              <a:gd name="connsiteX257" fmla="*/ 7819944 w 12192000"/>
              <a:gd name="connsiteY257" fmla="*/ 3383495 h 6858000"/>
              <a:gd name="connsiteX258" fmla="*/ 7751335 w 12192000"/>
              <a:gd name="connsiteY258" fmla="*/ 3457170 h 6858000"/>
              <a:gd name="connsiteX259" fmla="*/ 7823211 w 12192000"/>
              <a:gd name="connsiteY259" fmla="*/ 3531928 h 6858000"/>
              <a:gd name="connsiteX260" fmla="*/ 7886375 w 12192000"/>
              <a:gd name="connsiteY260" fmla="*/ 3487506 h 6858000"/>
              <a:gd name="connsiteX261" fmla="*/ 7856971 w 12192000"/>
              <a:gd name="connsiteY261" fmla="*/ 3478838 h 6858000"/>
              <a:gd name="connsiteX262" fmla="*/ 7822122 w 12192000"/>
              <a:gd name="connsiteY262" fmla="*/ 3503758 h 6858000"/>
              <a:gd name="connsiteX263" fmla="*/ 7784006 w 12192000"/>
              <a:gd name="connsiteY263" fmla="*/ 3466921 h 6858000"/>
              <a:gd name="connsiteX264" fmla="*/ 7887465 w 12192000"/>
              <a:gd name="connsiteY264" fmla="*/ 3466921 h 6858000"/>
              <a:gd name="connsiteX265" fmla="*/ 7888554 w 12192000"/>
              <a:gd name="connsiteY265" fmla="*/ 3456086 h 6858000"/>
              <a:gd name="connsiteX266" fmla="*/ 7819944 w 12192000"/>
              <a:gd name="connsiteY266" fmla="*/ 3383495 h 6858000"/>
              <a:gd name="connsiteX267" fmla="*/ 7480165 w 12192000"/>
              <a:gd name="connsiteY267" fmla="*/ 3383495 h 6858000"/>
              <a:gd name="connsiteX268" fmla="*/ 7421357 w 12192000"/>
              <a:gd name="connsiteY268" fmla="*/ 3429000 h 6858000"/>
              <a:gd name="connsiteX269" fmla="*/ 7451850 w 12192000"/>
              <a:gd name="connsiteY269" fmla="*/ 3435501 h 6858000"/>
              <a:gd name="connsiteX270" fmla="*/ 7481254 w 12192000"/>
              <a:gd name="connsiteY270" fmla="*/ 3410581 h 6858000"/>
              <a:gd name="connsiteX271" fmla="*/ 7507391 w 12192000"/>
              <a:gd name="connsiteY271" fmla="*/ 3432250 h 6858000"/>
              <a:gd name="connsiteX272" fmla="*/ 7496500 w 12192000"/>
              <a:gd name="connsiteY272" fmla="*/ 3442001 h 6858000"/>
              <a:gd name="connsiteX273" fmla="*/ 7460562 w 12192000"/>
              <a:gd name="connsiteY273" fmla="*/ 3447418 h 6858000"/>
              <a:gd name="connsiteX274" fmla="*/ 7418090 w 12192000"/>
              <a:gd name="connsiteY274" fmla="*/ 3489673 h 6858000"/>
              <a:gd name="connsiteX275" fmla="*/ 7466008 w 12192000"/>
              <a:gd name="connsiteY275" fmla="*/ 3531928 h 6858000"/>
              <a:gd name="connsiteX276" fmla="*/ 7509569 w 12192000"/>
              <a:gd name="connsiteY276" fmla="*/ 3509175 h 6858000"/>
              <a:gd name="connsiteX277" fmla="*/ 7510658 w 12192000"/>
              <a:gd name="connsiteY277" fmla="*/ 3527594 h 6858000"/>
              <a:gd name="connsiteX278" fmla="*/ 7542240 w 12192000"/>
              <a:gd name="connsiteY278" fmla="*/ 3527594 h 6858000"/>
              <a:gd name="connsiteX279" fmla="*/ 7540062 w 12192000"/>
              <a:gd name="connsiteY279" fmla="*/ 3504841 h 6858000"/>
              <a:gd name="connsiteX280" fmla="*/ 7540062 w 12192000"/>
              <a:gd name="connsiteY280" fmla="*/ 3435501 h 6858000"/>
              <a:gd name="connsiteX281" fmla="*/ 7480165 w 12192000"/>
              <a:gd name="connsiteY281" fmla="*/ 3383495 h 6858000"/>
              <a:gd name="connsiteX282" fmla="*/ 7176324 w 12192000"/>
              <a:gd name="connsiteY282" fmla="*/ 3383495 h 6858000"/>
              <a:gd name="connsiteX283" fmla="*/ 7124050 w 12192000"/>
              <a:gd name="connsiteY283" fmla="*/ 3429000 h 6858000"/>
              <a:gd name="connsiteX284" fmla="*/ 7162167 w 12192000"/>
              <a:gd name="connsiteY284" fmla="*/ 3470171 h 6858000"/>
              <a:gd name="connsiteX285" fmla="*/ 7182858 w 12192000"/>
              <a:gd name="connsiteY285" fmla="*/ 3474505 h 6858000"/>
              <a:gd name="connsiteX286" fmla="*/ 7199194 w 12192000"/>
              <a:gd name="connsiteY286" fmla="*/ 3489673 h 6858000"/>
              <a:gd name="connsiteX287" fmla="*/ 7178502 w 12192000"/>
              <a:gd name="connsiteY287" fmla="*/ 3505925 h 6858000"/>
              <a:gd name="connsiteX288" fmla="*/ 7150187 w 12192000"/>
              <a:gd name="connsiteY288" fmla="*/ 3482089 h 6858000"/>
              <a:gd name="connsiteX289" fmla="*/ 7120783 w 12192000"/>
              <a:gd name="connsiteY289" fmla="*/ 3489673 h 6858000"/>
              <a:gd name="connsiteX290" fmla="*/ 7178502 w 12192000"/>
              <a:gd name="connsiteY290" fmla="*/ 3531928 h 6858000"/>
              <a:gd name="connsiteX291" fmla="*/ 7231865 w 12192000"/>
              <a:gd name="connsiteY291" fmla="*/ 3486423 h 6858000"/>
              <a:gd name="connsiteX292" fmla="*/ 7191571 w 12192000"/>
              <a:gd name="connsiteY292" fmla="*/ 3444168 h 6858000"/>
              <a:gd name="connsiteX293" fmla="*/ 7169790 w 12192000"/>
              <a:gd name="connsiteY293" fmla="*/ 3439834 h 6858000"/>
              <a:gd name="connsiteX294" fmla="*/ 7155632 w 12192000"/>
              <a:gd name="connsiteY294" fmla="*/ 3425750 h 6858000"/>
              <a:gd name="connsiteX295" fmla="*/ 7176324 w 12192000"/>
              <a:gd name="connsiteY295" fmla="*/ 3409498 h 6858000"/>
              <a:gd name="connsiteX296" fmla="*/ 7202461 w 12192000"/>
              <a:gd name="connsiteY296" fmla="*/ 3430083 h 6858000"/>
              <a:gd name="connsiteX297" fmla="*/ 7230776 w 12192000"/>
              <a:gd name="connsiteY297" fmla="*/ 3422499 h 6858000"/>
              <a:gd name="connsiteX298" fmla="*/ 7176324 w 12192000"/>
              <a:gd name="connsiteY298" fmla="*/ 3383495 h 6858000"/>
              <a:gd name="connsiteX299" fmla="*/ 7038016 w 12192000"/>
              <a:gd name="connsiteY299" fmla="*/ 3383495 h 6858000"/>
              <a:gd name="connsiteX300" fmla="*/ 6996632 w 12192000"/>
              <a:gd name="connsiteY300" fmla="*/ 3406247 h 6858000"/>
              <a:gd name="connsiteX301" fmla="*/ 6996632 w 12192000"/>
              <a:gd name="connsiteY301" fmla="*/ 3387829 h 6858000"/>
              <a:gd name="connsiteX302" fmla="*/ 6963961 w 12192000"/>
              <a:gd name="connsiteY302" fmla="*/ 3387829 h 6858000"/>
              <a:gd name="connsiteX303" fmla="*/ 6963961 w 12192000"/>
              <a:gd name="connsiteY303" fmla="*/ 3527594 h 6858000"/>
              <a:gd name="connsiteX304" fmla="*/ 6996632 w 12192000"/>
              <a:gd name="connsiteY304" fmla="*/ 3527594 h 6858000"/>
              <a:gd name="connsiteX305" fmla="*/ 6996632 w 12192000"/>
              <a:gd name="connsiteY305" fmla="*/ 3447418 h 6858000"/>
              <a:gd name="connsiteX306" fmla="*/ 7026036 w 12192000"/>
              <a:gd name="connsiteY306" fmla="*/ 3413832 h 6858000"/>
              <a:gd name="connsiteX307" fmla="*/ 7055440 w 12192000"/>
              <a:gd name="connsiteY307" fmla="*/ 3445252 h 6858000"/>
              <a:gd name="connsiteX308" fmla="*/ 7055440 w 12192000"/>
              <a:gd name="connsiteY308" fmla="*/ 3527594 h 6858000"/>
              <a:gd name="connsiteX309" fmla="*/ 7089200 w 12192000"/>
              <a:gd name="connsiteY309" fmla="*/ 3527594 h 6858000"/>
              <a:gd name="connsiteX310" fmla="*/ 7089200 w 12192000"/>
              <a:gd name="connsiteY310" fmla="*/ 3438751 h 6858000"/>
              <a:gd name="connsiteX311" fmla="*/ 7038016 w 12192000"/>
              <a:gd name="connsiteY311" fmla="*/ 3383495 h 6858000"/>
              <a:gd name="connsiteX312" fmla="*/ 6859413 w 12192000"/>
              <a:gd name="connsiteY312" fmla="*/ 3383495 h 6858000"/>
              <a:gd name="connsiteX313" fmla="*/ 6790804 w 12192000"/>
              <a:gd name="connsiteY313" fmla="*/ 3457170 h 6858000"/>
              <a:gd name="connsiteX314" fmla="*/ 6862680 w 12192000"/>
              <a:gd name="connsiteY314" fmla="*/ 3531928 h 6858000"/>
              <a:gd name="connsiteX315" fmla="*/ 6925844 w 12192000"/>
              <a:gd name="connsiteY315" fmla="*/ 3487506 h 6858000"/>
              <a:gd name="connsiteX316" fmla="*/ 6896440 w 12192000"/>
              <a:gd name="connsiteY316" fmla="*/ 3478838 h 6858000"/>
              <a:gd name="connsiteX317" fmla="*/ 6861591 w 12192000"/>
              <a:gd name="connsiteY317" fmla="*/ 3503758 h 6858000"/>
              <a:gd name="connsiteX318" fmla="*/ 6823475 w 12192000"/>
              <a:gd name="connsiteY318" fmla="*/ 3466921 h 6858000"/>
              <a:gd name="connsiteX319" fmla="*/ 6926934 w 12192000"/>
              <a:gd name="connsiteY319" fmla="*/ 3466921 h 6858000"/>
              <a:gd name="connsiteX320" fmla="*/ 6928023 w 12192000"/>
              <a:gd name="connsiteY320" fmla="*/ 3456086 h 6858000"/>
              <a:gd name="connsiteX321" fmla="*/ 6859413 w 12192000"/>
              <a:gd name="connsiteY321" fmla="*/ 3383495 h 6858000"/>
              <a:gd name="connsiteX322" fmla="*/ 6353012 w 12192000"/>
              <a:gd name="connsiteY322" fmla="*/ 3383495 h 6858000"/>
              <a:gd name="connsiteX323" fmla="*/ 6280046 w 12192000"/>
              <a:gd name="connsiteY323" fmla="*/ 3457170 h 6858000"/>
              <a:gd name="connsiteX324" fmla="*/ 6353012 w 12192000"/>
              <a:gd name="connsiteY324" fmla="*/ 3531928 h 6858000"/>
              <a:gd name="connsiteX325" fmla="*/ 6425977 w 12192000"/>
              <a:gd name="connsiteY325" fmla="*/ 3457170 h 6858000"/>
              <a:gd name="connsiteX326" fmla="*/ 6353012 w 12192000"/>
              <a:gd name="connsiteY326" fmla="*/ 3383495 h 6858000"/>
              <a:gd name="connsiteX327" fmla="*/ 6705860 w 12192000"/>
              <a:gd name="connsiteY327" fmla="*/ 3345574 h 6858000"/>
              <a:gd name="connsiteX328" fmla="*/ 6705860 w 12192000"/>
              <a:gd name="connsiteY328" fmla="*/ 3366160 h 6858000"/>
              <a:gd name="connsiteX329" fmla="*/ 6684079 w 12192000"/>
              <a:gd name="connsiteY329" fmla="*/ 3387829 h 6858000"/>
              <a:gd name="connsiteX330" fmla="*/ 6676456 w 12192000"/>
              <a:gd name="connsiteY330" fmla="*/ 3387829 h 6858000"/>
              <a:gd name="connsiteX331" fmla="*/ 6676456 w 12192000"/>
              <a:gd name="connsiteY331" fmla="*/ 3417082 h 6858000"/>
              <a:gd name="connsiteX332" fmla="*/ 6702593 w 12192000"/>
              <a:gd name="connsiteY332" fmla="*/ 3417082 h 6858000"/>
              <a:gd name="connsiteX333" fmla="*/ 6702593 w 12192000"/>
              <a:gd name="connsiteY333" fmla="*/ 3487506 h 6858000"/>
              <a:gd name="connsiteX334" fmla="*/ 6745065 w 12192000"/>
              <a:gd name="connsiteY334" fmla="*/ 3528677 h 6858000"/>
              <a:gd name="connsiteX335" fmla="*/ 6765757 w 12192000"/>
              <a:gd name="connsiteY335" fmla="*/ 3525426 h 6858000"/>
              <a:gd name="connsiteX336" fmla="*/ 6765757 w 12192000"/>
              <a:gd name="connsiteY336" fmla="*/ 3498340 h 6858000"/>
              <a:gd name="connsiteX337" fmla="*/ 6753778 w 12192000"/>
              <a:gd name="connsiteY337" fmla="*/ 3499424 h 6858000"/>
              <a:gd name="connsiteX338" fmla="*/ 6736353 w 12192000"/>
              <a:gd name="connsiteY338" fmla="*/ 3482089 h 6858000"/>
              <a:gd name="connsiteX339" fmla="*/ 6736353 w 12192000"/>
              <a:gd name="connsiteY339" fmla="*/ 3417082 h 6858000"/>
              <a:gd name="connsiteX340" fmla="*/ 6765757 w 12192000"/>
              <a:gd name="connsiteY340" fmla="*/ 3417082 h 6858000"/>
              <a:gd name="connsiteX341" fmla="*/ 6765757 w 12192000"/>
              <a:gd name="connsiteY341" fmla="*/ 3387829 h 6858000"/>
              <a:gd name="connsiteX342" fmla="*/ 6736353 w 12192000"/>
              <a:gd name="connsiteY342" fmla="*/ 3387829 h 6858000"/>
              <a:gd name="connsiteX343" fmla="*/ 6736353 w 12192000"/>
              <a:gd name="connsiteY343" fmla="*/ 3345574 h 6858000"/>
              <a:gd name="connsiteX344" fmla="*/ 7267802 w 12192000"/>
              <a:gd name="connsiteY344" fmla="*/ 3320655 h 6858000"/>
              <a:gd name="connsiteX345" fmla="*/ 7267802 w 12192000"/>
              <a:gd name="connsiteY345" fmla="*/ 3528677 h 6858000"/>
              <a:gd name="connsiteX346" fmla="*/ 7301562 w 12192000"/>
              <a:gd name="connsiteY346" fmla="*/ 3528677 h 6858000"/>
              <a:gd name="connsiteX347" fmla="*/ 7301562 w 12192000"/>
              <a:gd name="connsiteY347" fmla="*/ 3489673 h 6858000"/>
              <a:gd name="connsiteX348" fmla="*/ 7318987 w 12192000"/>
              <a:gd name="connsiteY348" fmla="*/ 3471254 h 6858000"/>
              <a:gd name="connsiteX349" fmla="*/ 7360370 w 12192000"/>
              <a:gd name="connsiteY349" fmla="*/ 3528677 h 6858000"/>
              <a:gd name="connsiteX350" fmla="*/ 7401754 w 12192000"/>
              <a:gd name="connsiteY350" fmla="*/ 3528677 h 6858000"/>
              <a:gd name="connsiteX351" fmla="*/ 7342946 w 12192000"/>
              <a:gd name="connsiteY351" fmla="*/ 3447418 h 6858000"/>
              <a:gd name="connsiteX352" fmla="*/ 7400665 w 12192000"/>
              <a:gd name="connsiteY352" fmla="*/ 3388912 h 6858000"/>
              <a:gd name="connsiteX353" fmla="*/ 7356014 w 12192000"/>
              <a:gd name="connsiteY353" fmla="*/ 3388912 h 6858000"/>
              <a:gd name="connsiteX354" fmla="*/ 7301562 w 12192000"/>
              <a:gd name="connsiteY354" fmla="*/ 3445252 h 6858000"/>
              <a:gd name="connsiteX355" fmla="*/ 7301562 w 12192000"/>
              <a:gd name="connsiteY355" fmla="*/ 3320655 h 6858000"/>
              <a:gd name="connsiteX356" fmla="*/ 7924492 w 12192000"/>
              <a:gd name="connsiteY356" fmla="*/ 3319571 h 6858000"/>
              <a:gd name="connsiteX357" fmla="*/ 7924492 w 12192000"/>
              <a:gd name="connsiteY357" fmla="*/ 3527593 h 6858000"/>
              <a:gd name="connsiteX358" fmla="*/ 7958252 w 12192000"/>
              <a:gd name="connsiteY358" fmla="*/ 3527593 h 6858000"/>
              <a:gd name="connsiteX359" fmla="*/ 7958252 w 12192000"/>
              <a:gd name="connsiteY359" fmla="*/ 3319571 h 6858000"/>
              <a:gd name="connsiteX360" fmla="*/ 6032834 w 12192000"/>
              <a:gd name="connsiteY360" fmla="*/ 3319571 h 6858000"/>
              <a:gd name="connsiteX361" fmla="*/ 6032834 w 12192000"/>
              <a:gd name="connsiteY361" fmla="*/ 3527593 h 6858000"/>
              <a:gd name="connsiteX362" fmla="*/ 6065505 w 12192000"/>
              <a:gd name="connsiteY362" fmla="*/ 3527593 h 6858000"/>
              <a:gd name="connsiteX363" fmla="*/ 6065505 w 12192000"/>
              <a:gd name="connsiteY363" fmla="*/ 3509174 h 6858000"/>
              <a:gd name="connsiteX364" fmla="*/ 6109067 w 12192000"/>
              <a:gd name="connsiteY364" fmla="*/ 3531927 h 6858000"/>
              <a:gd name="connsiteX365" fmla="*/ 6175498 w 12192000"/>
              <a:gd name="connsiteY365" fmla="*/ 3457169 h 6858000"/>
              <a:gd name="connsiteX366" fmla="*/ 6110156 w 12192000"/>
              <a:gd name="connsiteY366" fmla="*/ 3384578 h 6858000"/>
              <a:gd name="connsiteX367" fmla="*/ 6065505 w 12192000"/>
              <a:gd name="connsiteY367" fmla="*/ 3405163 h 6858000"/>
              <a:gd name="connsiteX368" fmla="*/ 6065505 w 12192000"/>
              <a:gd name="connsiteY368" fmla="*/ 3319571 h 6858000"/>
              <a:gd name="connsiteX369" fmla="*/ 8020327 w 12192000"/>
              <a:gd name="connsiteY369" fmla="*/ 3316321 h 6858000"/>
              <a:gd name="connsiteX370" fmla="*/ 7998547 w 12192000"/>
              <a:gd name="connsiteY370" fmla="*/ 3337990 h 6858000"/>
              <a:gd name="connsiteX371" fmla="*/ 8020327 w 12192000"/>
              <a:gd name="connsiteY371" fmla="*/ 3359659 h 6858000"/>
              <a:gd name="connsiteX372" fmla="*/ 8042108 w 12192000"/>
              <a:gd name="connsiteY372" fmla="*/ 3337990 h 6858000"/>
              <a:gd name="connsiteX373" fmla="*/ 8020327 w 12192000"/>
              <a:gd name="connsiteY373" fmla="*/ 3316321 h 6858000"/>
              <a:gd name="connsiteX374" fmla="*/ 6629627 w 12192000"/>
              <a:gd name="connsiteY374" fmla="*/ 3316321 h 6858000"/>
              <a:gd name="connsiteX375" fmla="*/ 6607846 w 12192000"/>
              <a:gd name="connsiteY375" fmla="*/ 3337990 h 6858000"/>
              <a:gd name="connsiteX376" fmla="*/ 6629627 w 12192000"/>
              <a:gd name="connsiteY376" fmla="*/ 3359659 h 6858000"/>
              <a:gd name="connsiteX377" fmla="*/ 6651407 w 12192000"/>
              <a:gd name="connsiteY377" fmla="*/ 3337990 h 6858000"/>
              <a:gd name="connsiteX378" fmla="*/ 6629627 w 12192000"/>
              <a:gd name="connsiteY378" fmla="*/ 3316321 h 6858000"/>
              <a:gd name="connsiteX379" fmla="*/ 6227772 w 12192000"/>
              <a:gd name="connsiteY379" fmla="*/ 3316321 h 6858000"/>
              <a:gd name="connsiteX380" fmla="*/ 6205991 w 12192000"/>
              <a:gd name="connsiteY380" fmla="*/ 3337990 h 6858000"/>
              <a:gd name="connsiteX381" fmla="*/ 6227772 w 12192000"/>
              <a:gd name="connsiteY381" fmla="*/ 3359659 h 6858000"/>
              <a:gd name="connsiteX382" fmla="*/ 6249552 w 12192000"/>
              <a:gd name="connsiteY382" fmla="*/ 3337990 h 6858000"/>
              <a:gd name="connsiteX383" fmla="*/ 6227772 w 12192000"/>
              <a:gd name="connsiteY383" fmla="*/ 3316321 h 6858000"/>
              <a:gd name="connsiteX384" fmla="*/ 4935086 w 12192000"/>
              <a:gd name="connsiteY384" fmla="*/ 3220978 h 6858000"/>
              <a:gd name="connsiteX385" fmla="*/ 4996072 w 12192000"/>
              <a:gd name="connsiteY385" fmla="*/ 3220978 h 6858000"/>
              <a:gd name="connsiteX386" fmla="*/ 5039634 w 12192000"/>
              <a:gd name="connsiteY386" fmla="*/ 3256732 h 6858000"/>
              <a:gd name="connsiteX387" fmla="*/ 4994984 w 12192000"/>
              <a:gd name="connsiteY387" fmla="*/ 3288152 h 6858000"/>
              <a:gd name="connsiteX388" fmla="*/ 4935086 w 12192000"/>
              <a:gd name="connsiteY388" fmla="*/ 3288152 h 6858000"/>
              <a:gd name="connsiteX389" fmla="*/ 5383769 w 12192000"/>
              <a:gd name="connsiteY389" fmla="*/ 3147303 h 6858000"/>
              <a:gd name="connsiteX390" fmla="*/ 5383769 w 12192000"/>
              <a:gd name="connsiteY390" fmla="*/ 3607769 h 6858000"/>
              <a:gd name="connsiteX391" fmla="*/ 5005874 w 12192000"/>
              <a:gd name="connsiteY391" fmla="*/ 3607769 h 6858000"/>
              <a:gd name="connsiteX392" fmla="*/ 5005874 w 12192000"/>
              <a:gd name="connsiteY392" fmla="*/ 3482089 h 6858000"/>
              <a:gd name="connsiteX393" fmla="*/ 4937264 w 12192000"/>
              <a:gd name="connsiteY393" fmla="*/ 3482089 h 6858000"/>
              <a:gd name="connsiteX394" fmla="*/ 4937264 w 12192000"/>
              <a:gd name="connsiteY394" fmla="*/ 3607769 h 6858000"/>
              <a:gd name="connsiteX395" fmla="*/ 4810936 w 12192000"/>
              <a:gd name="connsiteY395" fmla="*/ 3607769 h 6858000"/>
              <a:gd name="connsiteX396" fmla="*/ 4810936 w 12192000"/>
              <a:gd name="connsiteY396" fmla="*/ 3676026 h 6858000"/>
              <a:gd name="connsiteX397" fmla="*/ 4937264 w 12192000"/>
              <a:gd name="connsiteY397" fmla="*/ 3676026 h 6858000"/>
              <a:gd name="connsiteX398" fmla="*/ 4937264 w 12192000"/>
              <a:gd name="connsiteY398" fmla="*/ 4051983 h 6858000"/>
              <a:gd name="connsiteX399" fmla="*/ 4263150 w 12192000"/>
              <a:gd name="connsiteY399" fmla="*/ 4051983 h 6858000"/>
              <a:gd name="connsiteX400" fmla="*/ 4263150 w 12192000"/>
              <a:gd name="connsiteY400" fmla="*/ 4120240 h 6858000"/>
              <a:gd name="connsiteX401" fmla="*/ 4979737 w 12192000"/>
              <a:gd name="connsiteY401" fmla="*/ 4120240 h 6858000"/>
              <a:gd name="connsiteX402" fmla="*/ 5005874 w 12192000"/>
              <a:gd name="connsiteY402" fmla="*/ 4094237 h 6858000"/>
              <a:gd name="connsiteX403" fmla="*/ 5005874 w 12192000"/>
              <a:gd name="connsiteY403" fmla="*/ 3676026 h 6858000"/>
              <a:gd name="connsiteX404" fmla="*/ 5426242 w 12192000"/>
              <a:gd name="connsiteY404" fmla="*/ 3676026 h 6858000"/>
              <a:gd name="connsiteX405" fmla="*/ 5452379 w 12192000"/>
              <a:gd name="connsiteY405" fmla="*/ 3650023 h 6858000"/>
              <a:gd name="connsiteX406" fmla="*/ 5452379 w 12192000"/>
              <a:gd name="connsiteY406" fmla="*/ 3147303 h 6858000"/>
              <a:gd name="connsiteX407" fmla="*/ 4936176 w 12192000"/>
              <a:gd name="connsiteY407" fmla="*/ 3099632 h 6858000"/>
              <a:gd name="connsiteX408" fmla="*/ 4996072 w 12192000"/>
              <a:gd name="connsiteY408" fmla="*/ 3099632 h 6858000"/>
              <a:gd name="connsiteX409" fmla="*/ 5034190 w 12192000"/>
              <a:gd name="connsiteY409" fmla="*/ 3129968 h 6858000"/>
              <a:gd name="connsiteX410" fmla="*/ 4997161 w 12192000"/>
              <a:gd name="connsiteY410" fmla="*/ 3159221 h 6858000"/>
              <a:gd name="connsiteX411" fmla="*/ 4936176 w 12192000"/>
              <a:gd name="connsiteY411" fmla="*/ 3159221 h 6858000"/>
              <a:gd name="connsiteX412" fmla="*/ 7680548 w 12192000"/>
              <a:gd name="connsiteY412" fmla="*/ 3047626 h 6858000"/>
              <a:gd name="connsiteX413" fmla="*/ 7685993 w 12192000"/>
              <a:gd name="connsiteY413" fmla="*/ 3071461 h 6858000"/>
              <a:gd name="connsiteX414" fmla="*/ 7646788 w 12192000"/>
              <a:gd name="connsiteY414" fmla="*/ 3114799 h 6858000"/>
              <a:gd name="connsiteX415" fmla="*/ 7629363 w 12192000"/>
              <a:gd name="connsiteY415" fmla="*/ 3111549 h 6858000"/>
              <a:gd name="connsiteX416" fmla="*/ 7746979 w 12192000"/>
              <a:gd name="connsiteY416" fmla="*/ 3042208 h 6858000"/>
              <a:gd name="connsiteX417" fmla="*/ 7746979 w 12192000"/>
              <a:gd name="connsiteY417" fmla="*/ 3071461 h 6858000"/>
              <a:gd name="connsiteX418" fmla="*/ 7828657 w 12192000"/>
              <a:gd name="connsiteY418" fmla="*/ 3071461 h 6858000"/>
              <a:gd name="connsiteX419" fmla="*/ 7828657 w 12192000"/>
              <a:gd name="connsiteY419" fmla="*/ 3042208 h 6858000"/>
              <a:gd name="connsiteX420" fmla="*/ 4865388 w 12192000"/>
              <a:gd name="connsiteY420" fmla="*/ 3037875 h 6858000"/>
              <a:gd name="connsiteX421" fmla="*/ 4865388 w 12192000"/>
              <a:gd name="connsiteY421" fmla="*/ 3354242 h 6858000"/>
              <a:gd name="connsiteX422" fmla="*/ 4992805 w 12192000"/>
              <a:gd name="connsiteY422" fmla="*/ 3354242 h 6858000"/>
              <a:gd name="connsiteX423" fmla="*/ 5077750 w 12192000"/>
              <a:gd name="connsiteY423" fmla="*/ 3332573 h 6858000"/>
              <a:gd name="connsiteX424" fmla="*/ 5111510 w 12192000"/>
              <a:gd name="connsiteY424" fmla="*/ 3258898 h 6858000"/>
              <a:gd name="connsiteX425" fmla="*/ 5076661 w 12192000"/>
              <a:gd name="connsiteY425" fmla="*/ 3190641 h 6858000"/>
              <a:gd name="connsiteX426" fmla="*/ 5104976 w 12192000"/>
              <a:gd name="connsiteY426" fmla="*/ 3126718 h 6858000"/>
              <a:gd name="connsiteX427" fmla="*/ 5066860 w 12192000"/>
              <a:gd name="connsiteY427" fmla="*/ 3055210 h 6858000"/>
              <a:gd name="connsiteX428" fmla="*/ 4992805 w 12192000"/>
              <a:gd name="connsiteY428" fmla="*/ 3037875 h 6858000"/>
              <a:gd name="connsiteX429" fmla="*/ 8159724 w 12192000"/>
              <a:gd name="connsiteY429" fmla="*/ 3028123 h 6858000"/>
              <a:gd name="connsiteX430" fmla="*/ 8195662 w 12192000"/>
              <a:gd name="connsiteY430" fmla="*/ 3067127 h 6858000"/>
              <a:gd name="connsiteX431" fmla="*/ 8159724 w 12192000"/>
              <a:gd name="connsiteY431" fmla="*/ 3107215 h 6858000"/>
              <a:gd name="connsiteX432" fmla="*/ 8122697 w 12192000"/>
              <a:gd name="connsiteY432" fmla="*/ 3067127 h 6858000"/>
              <a:gd name="connsiteX433" fmla="*/ 8159724 w 12192000"/>
              <a:gd name="connsiteY433" fmla="*/ 3028123 h 6858000"/>
              <a:gd name="connsiteX434" fmla="*/ 6602401 w 12192000"/>
              <a:gd name="connsiteY434" fmla="*/ 3028123 h 6858000"/>
              <a:gd name="connsiteX435" fmla="*/ 6638339 w 12192000"/>
              <a:gd name="connsiteY435" fmla="*/ 3067127 h 6858000"/>
              <a:gd name="connsiteX436" fmla="*/ 6602401 w 12192000"/>
              <a:gd name="connsiteY436" fmla="*/ 3107215 h 6858000"/>
              <a:gd name="connsiteX437" fmla="*/ 6565374 w 12192000"/>
              <a:gd name="connsiteY437" fmla="*/ 3067127 h 6858000"/>
              <a:gd name="connsiteX438" fmla="*/ 6602401 w 12192000"/>
              <a:gd name="connsiteY438" fmla="*/ 3028123 h 6858000"/>
              <a:gd name="connsiteX439" fmla="*/ 7989834 w 12192000"/>
              <a:gd name="connsiteY439" fmla="*/ 3027041 h 6858000"/>
              <a:gd name="connsiteX440" fmla="*/ 8029040 w 12192000"/>
              <a:gd name="connsiteY440" fmla="*/ 3071462 h 6858000"/>
              <a:gd name="connsiteX441" fmla="*/ 7989834 w 12192000"/>
              <a:gd name="connsiteY441" fmla="*/ 3115883 h 6858000"/>
              <a:gd name="connsiteX442" fmla="*/ 7950629 w 12192000"/>
              <a:gd name="connsiteY442" fmla="*/ 3071462 h 6858000"/>
              <a:gd name="connsiteX443" fmla="*/ 7989834 w 12192000"/>
              <a:gd name="connsiteY443" fmla="*/ 3027041 h 6858000"/>
              <a:gd name="connsiteX444" fmla="*/ 6319252 w 12192000"/>
              <a:gd name="connsiteY444" fmla="*/ 3027041 h 6858000"/>
              <a:gd name="connsiteX445" fmla="*/ 6358457 w 12192000"/>
              <a:gd name="connsiteY445" fmla="*/ 3071462 h 6858000"/>
              <a:gd name="connsiteX446" fmla="*/ 6319252 w 12192000"/>
              <a:gd name="connsiteY446" fmla="*/ 3115883 h 6858000"/>
              <a:gd name="connsiteX447" fmla="*/ 6280046 w 12192000"/>
              <a:gd name="connsiteY447" fmla="*/ 3071462 h 6858000"/>
              <a:gd name="connsiteX448" fmla="*/ 6319252 w 12192000"/>
              <a:gd name="connsiteY448" fmla="*/ 3027041 h 6858000"/>
              <a:gd name="connsiteX449" fmla="*/ 7646788 w 12192000"/>
              <a:gd name="connsiteY449" fmla="*/ 3027040 h 6858000"/>
              <a:gd name="connsiteX450" fmla="*/ 7664212 w 12192000"/>
              <a:gd name="connsiteY450" fmla="*/ 3031374 h 6858000"/>
              <a:gd name="connsiteX451" fmla="*/ 7613027 w 12192000"/>
              <a:gd name="connsiteY451" fmla="*/ 3095297 h 6858000"/>
              <a:gd name="connsiteX452" fmla="*/ 7607582 w 12192000"/>
              <a:gd name="connsiteY452" fmla="*/ 3071461 h 6858000"/>
              <a:gd name="connsiteX453" fmla="*/ 7646788 w 12192000"/>
              <a:gd name="connsiteY453" fmla="*/ 3027040 h 6858000"/>
              <a:gd name="connsiteX454" fmla="*/ 6772290 w 12192000"/>
              <a:gd name="connsiteY454" fmla="*/ 3024874 h 6858000"/>
              <a:gd name="connsiteX455" fmla="*/ 6807139 w 12192000"/>
              <a:gd name="connsiteY455" fmla="*/ 3056294 h 6858000"/>
              <a:gd name="connsiteX456" fmla="*/ 6737441 w 12192000"/>
              <a:gd name="connsiteY456" fmla="*/ 3056294 h 6858000"/>
              <a:gd name="connsiteX457" fmla="*/ 6772290 w 12192000"/>
              <a:gd name="connsiteY457" fmla="*/ 3024874 h 6858000"/>
              <a:gd name="connsiteX458" fmla="*/ 7505213 w 12192000"/>
              <a:gd name="connsiteY458" fmla="*/ 3001038 h 6858000"/>
              <a:gd name="connsiteX459" fmla="*/ 7505213 w 12192000"/>
              <a:gd name="connsiteY459" fmla="*/ 3153804 h 6858000"/>
              <a:gd name="connsiteX460" fmla="*/ 7487788 w 12192000"/>
              <a:gd name="connsiteY460" fmla="*/ 3172222 h 6858000"/>
              <a:gd name="connsiteX461" fmla="*/ 7477987 w 12192000"/>
              <a:gd name="connsiteY461" fmla="*/ 3171139 h 6858000"/>
              <a:gd name="connsiteX462" fmla="*/ 7477987 w 12192000"/>
              <a:gd name="connsiteY462" fmla="*/ 3198225 h 6858000"/>
              <a:gd name="connsiteX463" fmla="*/ 7496501 w 12192000"/>
              <a:gd name="connsiteY463" fmla="*/ 3200392 h 6858000"/>
              <a:gd name="connsiteX464" fmla="*/ 7537884 w 12192000"/>
              <a:gd name="connsiteY464" fmla="*/ 3154887 h 6858000"/>
              <a:gd name="connsiteX465" fmla="*/ 7537884 w 12192000"/>
              <a:gd name="connsiteY465" fmla="*/ 3001038 h 6858000"/>
              <a:gd name="connsiteX466" fmla="*/ 7344035 w 12192000"/>
              <a:gd name="connsiteY466" fmla="*/ 3001037 h 6858000"/>
              <a:gd name="connsiteX467" fmla="*/ 7344035 w 12192000"/>
              <a:gd name="connsiteY467" fmla="*/ 3140802 h 6858000"/>
              <a:gd name="connsiteX468" fmla="*/ 7377795 w 12192000"/>
              <a:gd name="connsiteY468" fmla="*/ 3140802 h 6858000"/>
              <a:gd name="connsiteX469" fmla="*/ 7377795 w 12192000"/>
              <a:gd name="connsiteY469" fmla="*/ 3001037 h 6858000"/>
              <a:gd name="connsiteX470" fmla="*/ 6501121 w 12192000"/>
              <a:gd name="connsiteY470" fmla="*/ 3001037 h 6858000"/>
              <a:gd name="connsiteX471" fmla="*/ 6460826 w 12192000"/>
              <a:gd name="connsiteY471" fmla="*/ 3024873 h 6858000"/>
              <a:gd name="connsiteX472" fmla="*/ 6460826 w 12192000"/>
              <a:gd name="connsiteY472" fmla="*/ 3002120 h 6858000"/>
              <a:gd name="connsiteX473" fmla="*/ 6428155 w 12192000"/>
              <a:gd name="connsiteY473" fmla="*/ 3002120 h 6858000"/>
              <a:gd name="connsiteX474" fmla="*/ 6428155 w 12192000"/>
              <a:gd name="connsiteY474" fmla="*/ 3141885 h 6858000"/>
              <a:gd name="connsiteX475" fmla="*/ 6461915 w 12192000"/>
              <a:gd name="connsiteY475" fmla="*/ 3141885 h 6858000"/>
              <a:gd name="connsiteX476" fmla="*/ 6461915 w 12192000"/>
              <a:gd name="connsiteY476" fmla="*/ 3074711 h 6858000"/>
              <a:gd name="connsiteX477" fmla="*/ 6500031 w 12192000"/>
              <a:gd name="connsiteY477" fmla="*/ 3033540 h 6858000"/>
              <a:gd name="connsiteX478" fmla="*/ 6509833 w 12192000"/>
              <a:gd name="connsiteY478" fmla="*/ 3034516 h 6858000"/>
              <a:gd name="connsiteX479" fmla="*/ 6509833 w 12192000"/>
              <a:gd name="connsiteY479" fmla="*/ 3034624 h 6858000"/>
              <a:gd name="connsiteX480" fmla="*/ 6510922 w 12192000"/>
              <a:gd name="connsiteY480" fmla="*/ 3034624 h 6858000"/>
              <a:gd name="connsiteX481" fmla="*/ 6509833 w 12192000"/>
              <a:gd name="connsiteY481" fmla="*/ 3034516 h 6858000"/>
              <a:gd name="connsiteX482" fmla="*/ 6509833 w 12192000"/>
              <a:gd name="connsiteY482" fmla="*/ 3002120 h 6858000"/>
              <a:gd name="connsiteX483" fmla="*/ 6501121 w 12192000"/>
              <a:gd name="connsiteY483" fmla="*/ 3001037 h 6858000"/>
              <a:gd name="connsiteX484" fmla="*/ 8153190 w 12192000"/>
              <a:gd name="connsiteY484" fmla="*/ 2998870 h 6858000"/>
              <a:gd name="connsiteX485" fmla="*/ 8087848 w 12192000"/>
              <a:gd name="connsiteY485" fmla="*/ 3067127 h 6858000"/>
              <a:gd name="connsiteX486" fmla="*/ 8153190 w 12192000"/>
              <a:gd name="connsiteY486" fmla="*/ 3135385 h 6858000"/>
              <a:gd name="connsiteX487" fmla="*/ 8194574 w 12192000"/>
              <a:gd name="connsiteY487" fmla="*/ 3114799 h 6858000"/>
              <a:gd name="connsiteX488" fmla="*/ 8194574 w 12192000"/>
              <a:gd name="connsiteY488" fmla="*/ 3128884 h 6858000"/>
              <a:gd name="connsiteX489" fmla="*/ 8154279 w 12192000"/>
              <a:gd name="connsiteY489" fmla="*/ 3171138 h 6858000"/>
              <a:gd name="connsiteX490" fmla="*/ 8119430 w 12192000"/>
              <a:gd name="connsiteY490" fmla="*/ 3140802 h 6858000"/>
              <a:gd name="connsiteX491" fmla="*/ 8087848 w 12192000"/>
              <a:gd name="connsiteY491" fmla="*/ 3149469 h 6858000"/>
              <a:gd name="connsiteX492" fmla="*/ 8155368 w 12192000"/>
              <a:gd name="connsiteY492" fmla="*/ 3200391 h 6858000"/>
              <a:gd name="connsiteX493" fmla="*/ 8227245 w 12192000"/>
              <a:gd name="connsiteY493" fmla="*/ 3127800 h 6858000"/>
              <a:gd name="connsiteX494" fmla="*/ 8227245 w 12192000"/>
              <a:gd name="connsiteY494" fmla="*/ 3001037 h 6858000"/>
              <a:gd name="connsiteX495" fmla="*/ 8194574 w 12192000"/>
              <a:gd name="connsiteY495" fmla="*/ 3001037 h 6858000"/>
              <a:gd name="connsiteX496" fmla="*/ 8194574 w 12192000"/>
              <a:gd name="connsiteY496" fmla="*/ 3019456 h 6858000"/>
              <a:gd name="connsiteX497" fmla="*/ 8153190 w 12192000"/>
              <a:gd name="connsiteY497" fmla="*/ 2998870 h 6858000"/>
              <a:gd name="connsiteX498" fmla="*/ 6595867 w 12192000"/>
              <a:gd name="connsiteY498" fmla="*/ 2998870 h 6858000"/>
              <a:gd name="connsiteX499" fmla="*/ 6530525 w 12192000"/>
              <a:gd name="connsiteY499" fmla="*/ 3067127 h 6858000"/>
              <a:gd name="connsiteX500" fmla="*/ 6595867 w 12192000"/>
              <a:gd name="connsiteY500" fmla="*/ 3135385 h 6858000"/>
              <a:gd name="connsiteX501" fmla="*/ 6637251 w 12192000"/>
              <a:gd name="connsiteY501" fmla="*/ 3114799 h 6858000"/>
              <a:gd name="connsiteX502" fmla="*/ 6637251 w 12192000"/>
              <a:gd name="connsiteY502" fmla="*/ 3128884 h 6858000"/>
              <a:gd name="connsiteX503" fmla="*/ 6596956 w 12192000"/>
              <a:gd name="connsiteY503" fmla="*/ 3171138 h 6858000"/>
              <a:gd name="connsiteX504" fmla="*/ 6562107 w 12192000"/>
              <a:gd name="connsiteY504" fmla="*/ 3140802 h 6858000"/>
              <a:gd name="connsiteX505" fmla="*/ 6530525 w 12192000"/>
              <a:gd name="connsiteY505" fmla="*/ 3149469 h 6858000"/>
              <a:gd name="connsiteX506" fmla="*/ 6598045 w 12192000"/>
              <a:gd name="connsiteY506" fmla="*/ 3200391 h 6858000"/>
              <a:gd name="connsiteX507" fmla="*/ 6669922 w 12192000"/>
              <a:gd name="connsiteY507" fmla="*/ 3127800 h 6858000"/>
              <a:gd name="connsiteX508" fmla="*/ 6669922 w 12192000"/>
              <a:gd name="connsiteY508" fmla="*/ 3001037 h 6858000"/>
              <a:gd name="connsiteX509" fmla="*/ 6637251 w 12192000"/>
              <a:gd name="connsiteY509" fmla="*/ 3001037 h 6858000"/>
              <a:gd name="connsiteX510" fmla="*/ 6637251 w 12192000"/>
              <a:gd name="connsiteY510" fmla="*/ 3019456 h 6858000"/>
              <a:gd name="connsiteX511" fmla="*/ 6595867 w 12192000"/>
              <a:gd name="connsiteY511" fmla="*/ 2998870 h 6858000"/>
              <a:gd name="connsiteX512" fmla="*/ 7161077 w 12192000"/>
              <a:gd name="connsiteY512" fmla="*/ 2997787 h 6858000"/>
              <a:gd name="connsiteX513" fmla="*/ 7119694 w 12192000"/>
              <a:gd name="connsiteY513" fmla="*/ 3019456 h 6858000"/>
              <a:gd name="connsiteX514" fmla="*/ 7119694 w 12192000"/>
              <a:gd name="connsiteY514" fmla="*/ 3001037 h 6858000"/>
              <a:gd name="connsiteX515" fmla="*/ 7088112 w 12192000"/>
              <a:gd name="connsiteY515" fmla="*/ 3001037 h 6858000"/>
              <a:gd name="connsiteX516" fmla="*/ 7088112 w 12192000"/>
              <a:gd name="connsiteY516" fmla="*/ 3140802 h 6858000"/>
              <a:gd name="connsiteX517" fmla="*/ 7088112 w 12192000"/>
              <a:gd name="connsiteY517" fmla="*/ 3141886 h 6858000"/>
              <a:gd name="connsiteX518" fmla="*/ 7120783 w 12192000"/>
              <a:gd name="connsiteY518" fmla="*/ 3141886 h 6858000"/>
              <a:gd name="connsiteX519" fmla="*/ 7120783 w 12192000"/>
              <a:gd name="connsiteY519" fmla="*/ 3058460 h 6858000"/>
              <a:gd name="connsiteX520" fmla="*/ 7150187 w 12192000"/>
              <a:gd name="connsiteY520" fmla="*/ 3027040 h 6858000"/>
              <a:gd name="connsiteX521" fmla="*/ 7177413 w 12192000"/>
              <a:gd name="connsiteY521" fmla="*/ 3056293 h 6858000"/>
              <a:gd name="connsiteX522" fmla="*/ 7177413 w 12192000"/>
              <a:gd name="connsiteY522" fmla="*/ 3141886 h 6858000"/>
              <a:gd name="connsiteX523" fmla="*/ 7210084 w 12192000"/>
              <a:gd name="connsiteY523" fmla="*/ 3141886 h 6858000"/>
              <a:gd name="connsiteX524" fmla="*/ 7210084 w 12192000"/>
              <a:gd name="connsiteY524" fmla="*/ 3058460 h 6858000"/>
              <a:gd name="connsiteX525" fmla="*/ 7239488 w 12192000"/>
              <a:gd name="connsiteY525" fmla="*/ 3027040 h 6858000"/>
              <a:gd name="connsiteX526" fmla="*/ 7266714 w 12192000"/>
              <a:gd name="connsiteY526" fmla="*/ 3056293 h 6858000"/>
              <a:gd name="connsiteX527" fmla="*/ 7266714 w 12192000"/>
              <a:gd name="connsiteY527" fmla="*/ 3141886 h 6858000"/>
              <a:gd name="connsiteX528" fmla="*/ 7299385 w 12192000"/>
              <a:gd name="connsiteY528" fmla="*/ 3141886 h 6858000"/>
              <a:gd name="connsiteX529" fmla="*/ 7299385 w 12192000"/>
              <a:gd name="connsiteY529" fmla="*/ 3050876 h 6858000"/>
              <a:gd name="connsiteX530" fmla="*/ 7249289 w 12192000"/>
              <a:gd name="connsiteY530" fmla="*/ 2997787 h 6858000"/>
              <a:gd name="connsiteX531" fmla="*/ 7203550 w 12192000"/>
              <a:gd name="connsiteY531" fmla="*/ 3022706 h 6858000"/>
              <a:gd name="connsiteX532" fmla="*/ 7161077 w 12192000"/>
              <a:gd name="connsiteY532" fmla="*/ 2997787 h 6858000"/>
              <a:gd name="connsiteX533" fmla="*/ 7989834 w 12192000"/>
              <a:gd name="connsiteY533" fmla="*/ 2996704 h 6858000"/>
              <a:gd name="connsiteX534" fmla="*/ 7916869 w 12192000"/>
              <a:gd name="connsiteY534" fmla="*/ 3071462 h 6858000"/>
              <a:gd name="connsiteX535" fmla="*/ 7989834 w 12192000"/>
              <a:gd name="connsiteY535" fmla="*/ 3146220 h 6858000"/>
              <a:gd name="connsiteX536" fmla="*/ 8062800 w 12192000"/>
              <a:gd name="connsiteY536" fmla="*/ 3071462 h 6858000"/>
              <a:gd name="connsiteX537" fmla="*/ 7989834 w 12192000"/>
              <a:gd name="connsiteY537" fmla="*/ 2996704 h 6858000"/>
              <a:gd name="connsiteX538" fmla="*/ 6920400 w 12192000"/>
              <a:gd name="connsiteY538" fmla="*/ 2996704 h 6858000"/>
              <a:gd name="connsiteX539" fmla="*/ 6868126 w 12192000"/>
              <a:gd name="connsiteY539" fmla="*/ 3042209 h 6858000"/>
              <a:gd name="connsiteX540" fmla="*/ 6906242 w 12192000"/>
              <a:gd name="connsiteY540" fmla="*/ 3083380 h 6858000"/>
              <a:gd name="connsiteX541" fmla="*/ 6926934 w 12192000"/>
              <a:gd name="connsiteY541" fmla="*/ 3087714 h 6858000"/>
              <a:gd name="connsiteX542" fmla="*/ 6943269 w 12192000"/>
              <a:gd name="connsiteY542" fmla="*/ 3102882 h 6858000"/>
              <a:gd name="connsiteX543" fmla="*/ 6922578 w 12192000"/>
              <a:gd name="connsiteY543" fmla="*/ 3119134 h 6858000"/>
              <a:gd name="connsiteX544" fmla="*/ 6894263 w 12192000"/>
              <a:gd name="connsiteY544" fmla="*/ 3095298 h 6858000"/>
              <a:gd name="connsiteX545" fmla="*/ 6864859 w 12192000"/>
              <a:gd name="connsiteY545" fmla="*/ 3102882 h 6858000"/>
              <a:gd name="connsiteX546" fmla="*/ 6922578 w 12192000"/>
              <a:gd name="connsiteY546" fmla="*/ 3145136 h 6858000"/>
              <a:gd name="connsiteX547" fmla="*/ 6975941 w 12192000"/>
              <a:gd name="connsiteY547" fmla="*/ 3100715 h 6858000"/>
              <a:gd name="connsiteX548" fmla="*/ 6935646 w 12192000"/>
              <a:gd name="connsiteY548" fmla="*/ 3058461 h 6858000"/>
              <a:gd name="connsiteX549" fmla="*/ 6913865 w 12192000"/>
              <a:gd name="connsiteY549" fmla="*/ 3054127 h 6858000"/>
              <a:gd name="connsiteX550" fmla="*/ 6899708 w 12192000"/>
              <a:gd name="connsiteY550" fmla="*/ 3038958 h 6858000"/>
              <a:gd name="connsiteX551" fmla="*/ 6920400 w 12192000"/>
              <a:gd name="connsiteY551" fmla="*/ 3022707 h 6858000"/>
              <a:gd name="connsiteX552" fmla="*/ 6946537 w 12192000"/>
              <a:gd name="connsiteY552" fmla="*/ 3043292 h 6858000"/>
              <a:gd name="connsiteX553" fmla="*/ 6974852 w 12192000"/>
              <a:gd name="connsiteY553" fmla="*/ 3035708 h 6858000"/>
              <a:gd name="connsiteX554" fmla="*/ 6920400 w 12192000"/>
              <a:gd name="connsiteY554" fmla="*/ 2996704 h 6858000"/>
              <a:gd name="connsiteX555" fmla="*/ 6773379 w 12192000"/>
              <a:gd name="connsiteY555" fmla="*/ 2996704 h 6858000"/>
              <a:gd name="connsiteX556" fmla="*/ 6704770 w 12192000"/>
              <a:gd name="connsiteY556" fmla="*/ 3070378 h 6858000"/>
              <a:gd name="connsiteX557" fmla="*/ 6776646 w 12192000"/>
              <a:gd name="connsiteY557" fmla="*/ 3145136 h 6858000"/>
              <a:gd name="connsiteX558" fmla="*/ 6839811 w 12192000"/>
              <a:gd name="connsiteY558" fmla="*/ 3100715 h 6858000"/>
              <a:gd name="connsiteX559" fmla="*/ 6810407 w 12192000"/>
              <a:gd name="connsiteY559" fmla="*/ 3092047 h 6858000"/>
              <a:gd name="connsiteX560" fmla="*/ 6775558 w 12192000"/>
              <a:gd name="connsiteY560" fmla="*/ 3116967 h 6858000"/>
              <a:gd name="connsiteX561" fmla="*/ 6737441 w 12192000"/>
              <a:gd name="connsiteY561" fmla="*/ 3080129 h 6858000"/>
              <a:gd name="connsiteX562" fmla="*/ 6840900 w 12192000"/>
              <a:gd name="connsiteY562" fmla="*/ 3080129 h 6858000"/>
              <a:gd name="connsiteX563" fmla="*/ 6841989 w 12192000"/>
              <a:gd name="connsiteY563" fmla="*/ 3069295 h 6858000"/>
              <a:gd name="connsiteX564" fmla="*/ 6773379 w 12192000"/>
              <a:gd name="connsiteY564" fmla="*/ 2996704 h 6858000"/>
              <a:gd name="connsiteX565" fmla="*/ 6319252 w 12192000"/>
              <a:gd name="connsiteY565" fmla="*/ 2996704 h 6858000"/>
              <a:gd name="connsiteX566" fmla="*/ 6246286 w 12192000"/>
              <a:gd name="connsiteY566" fmla="*/ 3071462 h 6858000"/>
              <a:gd name="connsiteX567" fmla="*/ 6319252 w 12192000"/>
              <a:gd name="connsiteY567" fmla="*/ 3146220 h 6858000"/>
              <a:gd name="connsiteX568" fmla="*/ 6392217 w 12192000"/>
              <a:gd name="connsiteY568" fmla="*/ 3071462 h 6858000"/>
              <a:gd name="connsiteX569" fmla="*/ 6319252 w 12192000"/>
              <a:gd name="connsiteY569" fmla="*/ 2996704 h 6858000"/>
              <a:gd name="connsiteX570" fmla="*/ 7699061 w 12192000"/>
              <a:gd name="connsiteY570" fmla="*/ 2988036 h 6858000"/>
              <a:gd name="connsiteX571" fmla="*/ 7683815 w 12192000"/>
              <a:gd name="connsiteY571" fmla="*/ 3006455 h 6858000"/>
              <a:gd name="connsiteX572" fmla="*/ 7646788 w 12192000"/>
              <a:gd name="connsiteY572" fmla="*/ 2997787 h 6858000"/>
              <a:gd name="connsiteX573" fmla="*/ 7573822 w 12192000"/>
              <a:gd name="connsiteY573" fmla="*/ 3072545 h 6858000"/>
              <a:gd name="connsiteX574" fmla="*/ 7592336 w 12192000"/>
              <a:gd name="connsiteY574" fmla="*/ 3123467 h 6858000"/>
              <a:gd name="connsiteX575" fmla="*/ 7578178 w 12192000"/>
              <a:gd name="connsiteY575" fmla="*/ 3141886 h 6858000"/>
              <a:gd name="connsiteX576" fmla="*/ 7596692 w 12192000"/>
              <a:gd name="connsiteY576" fmla="*/ 3155970 h 6858000"/>
              <a:gd name="connsiteX577" fmla="*/ 7610849 w 12192000"/>
              <a:gd name="connsiteY577" fmla="*/ 3137552 h 6858000"/>
              <a:gd name="connsiteX578" fmla="*/ 7646788 w 12192000"/>
              <a:gd name="connsiteY578" fmla="*/ 3146219 h 6858000"/>
              <a:gd name="connsiteX579" fmla="*/ 7719753 w 12192000"/>
              <a:gd name="connsiteY579" fmla="*/ 3071461 h 6858000"/>
              <a:gd name="connsiteX580" fmla="*/ 7701240 w 12192000"/>
              <a:gd name="connsiteY580" fmla="*/ 3021623 h 6858000"/>
              <a:gd name="connsiteX581" fmla="*/ 7716486 w 12192000"/>
              <a:gd name="connsiteY581" fmla="*/ 3003204 h 6858000"/>
              <a:gd name="connsiteX582" fmla="*/ 6036102 w 12192000"/>
              <a:gd name="connsiteY582" fmla="*/ 2937114 h 6858000"/>
              <a:gd name="connsiteX583" fmla="*/ 6036102 w 12192000"/>
              <a:gd name="connsiteY583" fmla="*/ 3140802 h 6858000"/>
              <a:gd name="connsiteX584" fmla="*/ 6070951 w 12192000"/>
              <a:gd name="connsiteY584" fmla="*/ 3140802 h 6858000"/>
              <a:gd name="connsiteX585" fmla="*/ 6070951 w 12192000"/>
              <a:gd name="connsiteY585" fmla="*/ 2985869 h 6858000"/>
              <a:gd name="connsiteX586" fmla="*/ 6172232 w 12192000"/>
              <a:gd name="connsiteY586" fmla="*/ 3140802 h 6858000"/>
              <a:gd name="connsiteX587" fmla="*/ 6208170 w 12192000"/>
              <a:gd name="connsiteY587" fmla="*/ 3140802 h 6858000"/>
              <a:gd name="connsiteX588" fmla="*/ 6208170 w 12192000"/>
              <a:gd name="connsiteY588" fmla="*/ 2937114 h 6858000"/>
              <a:gd name="connsiteX589" fmla="*/ 6173321 w 12192000"/>
              <a:gd name="connsiteY589" fmla="*/ 2937114 h 6858000"/>
              <a:gd name="connsiteX590" fmla="*/ 6173321 w 12192000"/>
              <a:gd name="connsiteY590" fmla="*/ 3081213 h 6858000"/>
              <a:gd name="connsiteX591" fmla="*/ 6080753 w 12192000"/>
              <a:gd name="connsiteY591" fmla="*/ 2937114 h 6858000"/>
              <a:gd name="connsiteX592" fmla="*/ 7424624 w 12192000"/>
              <a:gd name="connsiteY592" fmla="*/ 2932780 h 6858000"/>
              <a:gd name="connsiteX593" fmla="*/ 7424624 w 12192000"/>
              <a:gd name="connsiteY593" fmla="*/ 3140802 h 6858000"/>
              <a:gd name="connsiteX594" fmla="*/ 7457295 w 12192000"/>
              <a:gd name="connsiteY594" fmla="*/ 3140802 h 6858000"/>
              <a:gd name="connsiteX595" fmla="*/ 7457295 w 12192000"/>
              <a:gd name="connsiteY595" fmla="*/ 2932780 h 6858000"/>
              <a:gd name="connsiteX596" fmla="*/ 7360371 w 12192000"/>
              <a:gd name="connsiteY596" fmla="*/ 2930613 h 6858000"/>
              <a:gd name="connsiteX597" fmla="*/ 7338590 w 12192000"/>
              <a:gd name="connsiteY597" fmla="*/ 2952282 h 6858000"/>
              <a:gd name="connsiteX598" fmla="*/ 7360371 w 12192000"/>
              <a:gd name="connsiteY598" fmla="*/ 2973951 h 6858000"/>
              <a:gd name="connsiteX599" fmla="*/ 7382152 w 12192000"/>
              <a:gd name="connsiteY599" fmla="*/ 2952282 h 6858000"/>
              <a:gd name="connsiteX600" fmla="*/ 7360371 w 12192000"/>
              <a:gd name="connsiteY600" fmla="*/ 2930613 h 6858000"/>
              <a:gd name="connsiteX601" fmla="*/ 7520460 w 12192000"/>
              <a:gd name="connsiteY601" fmla="*/ 2929530 h 6858000"/>
              <a:gd name="connsiteX602" fmla="*/ 7498679 w 12192000"/>
              <a:gd name="connsiteY602" fmla="*/ 2951199 h 6858000"/>
              <a:gd name="connsiteX603" fmla="*/ 7520460 w 12192000"/>
              <a:gd name="connsiteY603" fmla="*/ 2972868 h 6858000"/>
              <a:gd name="connsiteX604" fmla="*/ 7542240 w 12192000"/>
              <a:gd name="connsiteY604" fmla="*/ 2951199 h 6858000"/>
              <a:gd name="connsiteX605" fmla="*/ 7520460 w 12192000"/>
              <a:gd name="connsiteY605" fmla="*/ 2929530 h 6858000"/>
              <a:gd name="connsiteX606" fmla="*/ 4512540 w 12192000"/>
              <a:gd name="connsiteY606" fmla="*/ 2715007 h 6858000"/>
              <a:gd name="connsiteX607" fmla="*/ 4486403 w 12192000"/>
              <a:gd name="connsiteY607" fmla="*/ 2741010 h 6858000"/>
              <a:gd name="connsiteX608" fmla="*/ 4486403 w 12192000"/>
              <a:gd name="connsiteY608" fmla="*/ 3159221 h 6858000"/>
              <a:gd name="connsiteX609" fmla="*/ 4066034 w 12192000"/>
              <a:gd name="connsiteY609" fmla="*/ 3159221 h 6858000"/>
              <a:gd name="connsiteX610" fmla="*/ 4039897 w 12192000"/>
              <a:gd name="connsiteY610" fmla="*/ 3185224 h 6858000"/>
              <a:gd name="connsiteX611" fmla="*/ 4039897 w 12192000"/>
              <a:gd name="connsiteY611" fmla="*/ 3677110 h 6858000"/>
              <a:gd name="connsiteX612" fmla="*/ 4108507 w 12192000"/>
              <a:gd name="connsiteY612" fmla="*/ 3677110 h 6858000"/>
              <a:gd name="connsiteX613" fmla="*/ 4108507 w 12192000"/>
              <a:gd name="connsiteY613" fmla="*/ 3227478 h 6858000"/>
              <a:gd name="connsiteX614" fmla="*/ 4486403 w 12192000"/>
              <a:gd name="connsiteY614" fmla="*/ 3227478 h 6858000"/>
              <a:gd name="connsiteX615" fmla="*/ 4486403 w 12192000"/>
              <a:gd name="connsiteY615" fmla="*/ 3353158 h 6858000"/>
              <a:gd name="connsiteX616" fmla="*/ 4555012 w 12192000"/>
              <a:gd name="connsiteY616" fmla="*/ 3353158 h 6858000"/>
              <a:gd name="connsiteX617" fmla="*/ 4555012 w 12192000"/>
              <a:gd name="connsiteY617" fmla="*/ 3226395 h 6858000"/>
              <a:gd name="connsiteX618" fmla="*/ 4682430 w 12192000"/>
              <a:gd name="connsiteY618" fmla="*/ 3226395 h 6858000"/>
              <a:gd name="connsiteX619" fmla="*/ 4682430 w 12192000"/>
              <a:gd name="connsiteY619" fmla="*/ 3158138 h 6858000"/>
              <a:gd name="connsiteX620" fmla="*/ 4555012 w 12192000"/>
              <a:gd name="connsiteY620" fmla="*/ 3158138 h 6858000"/>
              <a:gd name="connsiteX621" fmla="*/ 4555012 w 12192000"/>
              <a:gd name="connsiteY621" fmla="*/ 2783265 h 6858000"/>
              <a:gd name="connsiteX622" fmla="*/ 5211702 w 12192000"/>
              <a:gd name="connsiteY622" fmla="*/ 2783265 h 6858000"/>
              <a:gd name="connsiteX623" fmla="*/ 5211702 w 12192000"/>
              <a:gd name="connsiteY623" fmla="*/ 2715007 h 6858000"/>
              <a:gd name="connsiteX624" fmla="*/ 5365257 w 12192000"/>
              <a:gd name="connsiteY624" fmla="*/ 2711757 h 6858000"/>
              <a:gd name="connsiteX625" fmla="*/ 5365257 w 12192000"/>
              <a:gd name="connsiteY625" fmla="*/ 2904611 h 6858000"/>
              <a:gd name="connsiteX626" fmla="*/ 5491584 w 12192000"/>
              <a:gd name="connsiteY626" fmla="*/ 3033541 h 6858000"/>
              <a:gd name="connsiteX627" fmla="*/ 5617914 w 12192000"/>
              <a:gd name="connsiteY627" fmla="*/ 2904611 h 6858000"/>
              <a:gd name="connsiteX628" fmla="*/ 5617914 w 12192000"/>
              <a:gd name="connsiteY628" fmla="*/ 2711757 h 6858000"/>
              <a:gd name="connsiteX629" fmla="*/ 5547126 w 12192000"/>
              <a:gd name="connsiteY629" fmla="*/ 2711757 h 6858000"/>
              <a:gd name="connsiteX630" fmla="*/ 5547126 w 12192000"/>
              <a:gd name="connsiteY630" fmla="*/ 2903527 h 6858000"/>
              <a:gd name="connsiteX631" fmla="*/ 5491584 w 12192000"/>
              <a:gd name="connsiteY631" fmla="*/ 2967451 h 6858000"/>
              <a:gd name="connsiteX632" fmla="*/ 5436043 w 12192000"/>
              <a:gd name="connsiteY632" fmla="*/ 2903527 h 6858000"/>
              <a:gd name="connsiteX633" fmla="*/ 5436043 w 12192000"/>
              <a:gd name="connsiteY633" fmla="*/ 2711757 h 6858000"/>
              <a:gd name="connsiteX634" fmla="*/ 0 w 12192000"/>
              <a:gd name="connsiteY634" fmla="*/ 0 h 6858000"/>
              <a:gd name="connsiteX635" fmla="*/ 12192000 w 12192000"/>
              <a:gd name="connsiteY635" fmla="*/ 0 h 6858000"/>
              <a:gd name="connsiteX636" fmla="*/ 12192000 w 12192000"/>
              <a:gd name="connsiteY636" fmla="*/ 6858000 h 6858000"/>
              <a:gd name="connsiteX637" fmla="*/ 0 w 12192000"/>
              <a:gd name="connsiteY63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</a:cxnLst>
            <a:rect l="l" t="t" r="r" b="b"/>
            <a:pathLst>
              <a:path w="12192000" h="6858000">
                <a:moveTo>
                  <a:pt x="3852583" y="3804956"/>
                </a:moveTo>
                <a:lnTo>
                  <a:pt x="3852583" y="4120240"/>
                </a:lnTo>
                <a:lnTo>
                  <a:pt x="3923370" y="4120240"/>
                </a:lnTo>
                <a:lnTo>
                  <a:pt x="3923370" y="3933887"/>
                </a:lnTo>
                <a:lnTo>
                  <a:pt x="4040987" y="4120240"/>
                </a:lnTo>
                <a:lnTo>
                  <a:pt x="4109596" y="4120240"/>
                </a:lnTo>
                <a:lnTo>
                  <a:pt x="4109596" y="3804956"/>
                </a:lnTo>
                <a:lnTo>
                  <a:pt x="4039897" y="3804956"/>
                </a:lnTo>
                <a:lnTo>
                  <a:pt x="4039897" y="3988059"/>
                </a:lnTo>
                <a:lnTo>
                  <a:pt x="3923370" y="3804956"/>
                </a:lnTo>
                <a:close/>
                <a:moveTo>
                  <a:pt x="7262357" y="3797372"/>
                </a:moveTo>
                <a:cubicBezTo>
                  <a:pt x="7285227" y="3797372"/>
                  <a:pt x="7296117" y="3812541"/>
                  <a:pt x="7297206" y="3828792"/>
                </a:cubicBezTo>
                <a:lnTo>
                  <a:pt x="7227508" y="3828792"/>
                </a:lnTo>
                <a:cubicBezTo>
                  <a:pt x="7228597" y="3813624"/>
                  <a:pt x="7241665" y="3797372"/>
                  <a:pt x="7262357" y="3797372"/>
                </a:cubicBezTo>
                <a:close/>
                <a:moveTo>
                  <a:pt x="6662298" y="3797372"/>
                </a:moveTo>
                <a:cubicBezTo>
                  <a:pt x="6685168" y="3797372"/>
                  <a:pt x="6696058" y="3812541"/>
                  <a:pt x="6697148" y="3828792"/>
                </a:cubicBezTo>
                <a:lnTo>
                  <a:pt x="6627449" y="3828792"/>
                </a:lnTo>
                <a:cubicBezTo>
                  <a:pt x="6628538" y="3813624"/>
                  <a:pt x="6641606" y="3797372"/>
                  <a:pt x="6662298" y="3797372"/>
                </a:cubicBezTo>
                <a:close/>
                <a:moveTo>
                  <a:pt x="7016235" y="3774620"/>
                </a:moveTo>
                <a:lnTo>
                  <a:pt x="7016235" y="3914384"/>
                </a:lnTo>
                <a:lnTo>
                  <a:pt x="7049995" y="3914384"/>
                </a:lnTo>
                <a:lnTo>
                  <a:pt x="7049995" y="3774620"/>
                </a:lnTo>
                <a:close/>
                <a:moveTo>
                  <a:pt x="6433600" y="3774620"/>
                </a:moveTo>
                <a:lnTo>
                  <a:pt x="6491319" y="3914385"/>
                </a:lnTo>
                <a:lnTo>
                  <a:pt x="6525079" y="3914385"/>
                </a:lnTo>
                <a:lnTo>
                  <a:pt x="6578442" y="3774620"/>
                </a:lnTo>
                <a:lnTo>
                  <a:pt x="6543593" y="3774620"/>
                </a:lnTo>
                <a:lnTo>
                  <a:pt x="6507655" y="3874297"/>
                </a:lnTo>
                <a:lnTo>
                  <a:pt x="6470627" y="3774620"/>
                </a:lnTo>
                <a:close/>
                <a:moveTo>
                  <a:pt x="6372614" y="3774620"/>
                </a:moveTo>
                <a:lnTo>
                  <a:pt x="6372614" y="3914384"/>
                </a:lnTo>
                <a:lnTo>
                  <a:pt x="6406374" y="3914384"/>
                </a:lnTo>
                <a:lnTo>
                  <a:pt x="6406374" y="3774620"/>
                </a:lnTo>
                <a:close/>
                <a:moveTo>
                  <a:pt x="6031745" y="3774620"/>
                </a:moveTo>
                <a:lnTo>
                  <a:pt x="6031745" y="3863463"/>
                </a:lnTo>
                <a:cubicBezTo>
                  <a:pt x="6031745" y="3893799"/>
                  <a:pt x="6051348" y="3918719"/>
                  <a:pt x="6085108" y="3918719"/>
                </a:cubicBezTo>
                <a:cubicBezTo>
                  <a:pt x="6101443" y="3918719"/>
                  <a:pt x="6117779" y="3911135"/>
                  <a:pt x="6125402" y="3900300"/>
                </a:cubicBezTo>
                <a:cubicBezTo>
                  <a:pt x="6125402" y="3905717"/>
                  <a:pt x="6125402" y="3912218"/>
                  <a:pt x="6126491" y="3915468"/>
                </a:cubicBezTo>
                <a:lnTo>
                  <a:pt x="6158073" y="3915468"/>
                </a:lnTo>
                <a:cubicBezTo>
                  <a:pt x="6158073" y="3910051"/>
                  <a:pt x="6156984" y="3901383"/>
                  <a:pt x="6156984" y="3889465"/>
                </a:cubicBezTo>
                <a:lnTo>
                  <a:pt x="6156984" y="3774620"/>
                </a:lnTo>
                <a:lnTo>
                  <a:pt x="6123224" y="3774620"/>
                </a:lnTo>
                <a:lnTo>
                  <a:pt x="6123224" y="3856962"/>
                </a:lnTo>
                <a:cubicBezTo>
                  <a:pt x="6123224" y="3875381"/>
                  <a:pt x="6113423" y="3888382"/>
                  <a:pt x="6093821" y="3888382"/>
                </a:cubicBezTo>
                <a:cubicBezTo>
                  <a:pt x="6073129" y="3888382"/>
                  <a:pt x="6065505" y="3874297"/>
                  <a:pt x="6065505" y="3856962"/>
                </a:cubicBezTo>
                <a:lnTo>
                  <a:pt x="6065505" y="3774620"/>
                </a:lnTo>
                <a:close/>
                <a:moveTo>
                  <a:pt x="6838722" y="3773536"/>
                </a:moveTo>
                <a:cubicBezTo>
                  <a:pt x="6820209" y="3773536"/>
                  <a:pt x="6804962" y="3782204"/>
                  <a:pt x="6798428" y="3797372"/>
                </a:cubicBezTo>
                <a:lnTo>
                  <a:pt x="6798428" y="3774619"/>
                </a:lnTo>
                <a:lnTo>
                  <a:pt x="6765757" y="3774619"/>
                </a:lnTo>
                <a:lnTo>
                  <a:pt x="6765757" y="3914384"/>
                </a:lnTo>
                <a:lnTo>
                  <a:pt x="6799517" y="3914384"/>
                </a:lnTo>
                <a:lnTo>
                  <a:pt x="6799517" y="3847211"/>
                </a:lnTo>
                <a:cubicBezTo>
                  <a:pt x="6799517" y="3821208"/>
                  <a:pt x="6811496" y="3806039"/>
                  <a:pt x="6837633" y="3806039"/>
                </a:cubicBezTo>
                <a:lnTo>
                  <a:pt x="6847435" y="3807015"/>
                </a:lnTo>
                <a:lnTo>
                  <a:pt x="6847435" y="3807123"/>
                </a:lnTo>
                <a:lnTo>
                  <a:pt x="6848524" y="3807123"/>
                </a:lnTo>
                <a:lnTo>
                  <a:pt x="6847435" y="3807015"/>
                </a:lnTo>
                <a:lnTo>
                  <a:pt x="6847435" y="3774619"/>
                </a:lnTo>
                <a:cubicBezTo>
                  <a:pt x="6846346" y="3773536"/>
                  <a:pt x="6843079" y="3773536"/>
                  <a:pt x="6838722" y="3773536"/>
                </a:cubicBezTo>
                <a:close/>
                <a:moveTo>
                  <a:pt x="7262357" y="3770286"/>
                </a:moveTo>
                <a:cubicBezTo>
                  <a:pt x="7226419" y="3770286"/>
                  <a:pt x="7193748" y="3799539"/>
                  <a:pt x="7193748" y="3843961"/>
                </a:cubicBezTo>
                <a:cubicBezTo>
                  <a:pt x="7193748" y="3891632"/>
                  <a:pt x="7227508" y="3918719"/>
                  <a:pt x="7265624" y="3918719"/>
                </a:cubicBezTo>
                <a:cubicBezTo>
                  <a:pt x="7299384" y="3918719"/>
                  <a:pt x="7321165" y="3899216"/>
                  <a:pt x="7328788" y="3874297"/>
                </a:cubicBezTo>
                <a:lnTo>
                  <a:pt x="7299384" y="3865630"/>
                </a:lnTo>
                <a:cubicBezTo>
                  <a:pt x="7295028" y="3879714"/>
                  <a:pt x="7285227" y="3890549"/>
                  <a:pt x="7264535" y="3890549"/>
                </a:cubicBezTo>
                <a:cubicBezTo>
                  <a:pt x="7243844" y="3890549"/>
                  <a:pt x="7227508" y="3875381"/>
                  <a:pt x="7226419" y="3853712"/>
                </a:cubicBezTo>
                <a:lnTo>
                  <a:pt x="7329878" y="3853712"/>
                </a:lnTo>
                <a:cubicBezTo>
                  <a:pt x="7330967" y="3852628"/>
                  <a:pt x="7330967" y="3848294"/>
                  <a:pt x="7330967" y="3842877"/>
                </a:cubicBezTo>
                <a:cubicBezTo>
                  <a:pt x="7330967" y="3798456"/>
                  <a:pt x="7305919" y="3770286"/>
                  <a:pt x="7262357" y="3770286"/>
                </a:cubicBezTo>
                <a:close/>
                <a:moveTo>
                  <a:pt x="6662298" y="3770286"/>
                </a:moveTo>
                <a:cubicBezTo>
                  <a:pt x="6626360" y="3770286"/>
                  <a:pt x="6593689" y="3799539"/>
                  <a:pt x="6593689" y="3843961"/>
                </a:cubicBezTo>
                <a:cubicBezTo>
                  <a:pt x="6593689" y="3891632"/>
                  <a:pt x="6627449" y="3918719"/>
                  <a:pt x="6665565" y="3918719"/>
                </a:cubicBezTo>
                <a:cubicBezTo>
                  <a:pt x="6699326" y="3918719"/>
                  <a:pt x="6721107" y="3899216"/>
                  <a:pt x="6728730" y="3874297"/>
                </a:cubicBezTo>
                <a:lnTo>
                  <a:pt x="6699326" y="3865630"/>
                </a:lnTo>
                <a:cubicBezTo>
                  <a:pt x="6694970" y="3879714"/>
                  <a:pt x="6685168" y="3890549"/>
                  <a:pt x="6664477" y="3890549"/>
                </a:cubicBezTo>
                <a:cubicBezTo>
                  <a:pt x="6643785" y="3890549"/>
                  <a:pt x="6627449" y="3875381"/>
                  <a:pt x="6626360" y="3853712"/>
                </a:cubicBezTo>
                <a:lnTo>
                  <a:pt x="6729819" y="3853712"/>
                </a:lnTo>
                <a:cubicBezTo>
                  <a:pt x="6730908" y="3852628"/>
                  <a:pt x="6730908" y="3848294"/>
                  <a:pt x="6730908" y="3842877"/>
                </a:cubicBezTo>
                <a:cubicBezTo>
                  <a:pt x="6730908" y="3798456"/>
                  <a:pt x="6705860" y="3770286"/>
                  <a:pt x="6662298" y="3770286"/>
                </a:cubicBezTo>
                <a:close/>
                <a:moveTo>
                  <a:pt x="6277868" y="3770286"/>
                </a:moveTo>
                <a:cubicBezTo>
                  <a:pt x="6262621" y="3770286"/>
                  <a:pt x="6245197" y="3776787"/>
                  <a:pt x="6236484" y="3793039"/>
                </a:cubicBezTo>
                <a:lnTo>
                  <a:pt x="6236484" y="3774620"/>
                </a:lnTo>
                <a:lnTo>
                  <a:pt x="6203813" y="3774620"/>
                </a:lnTo>
                <a:lnTo>
                  <a:pt x="6203813" y="3914385"/>
                </a:lnTo>
                <a:lnTo>
                  <a:pt x="6236484" y="3914385"/>
                </a:lnTo>
                <a:lnTo>
                  <a:pt x="6236484" y="3834209"/>
                </a:lnTo>
                <a:cubicBezTo>
                  <a:pt x="6236484" y="3815791"/>
                  <a:pt x="6246285" y="3800623"/>
                  <a:pt x="6265888" y="3800623"/>
                </a:cubicBezTo>
                <a:cubicBezTo>
                  <a:pt x="6287669" y="3800623"/>
                  <a:pt x="6295292" y="3814707"/>
                  <a:pt x="6295292" y="3832043"/>
                </a:cubicBezTo>
                <a:lnTo>
                  <a:pt x="6295292" y="3914385"/>
                </a:lnTo>
                <a:lnTo>
                  <a:pt x="6329052" y="3914385"/>
                </a:lnTo>
                <a:lnTo>
                  <a:pt x="6329052" y="3825542"/>
                </a:lnTo>
                <a:cubicBezTo>
                  <a:pt x="6329052" y="3795205"/>
                  <a:pt x="6312717" y="3770286"/>
                  <a:pt x="6277868" y="3770286"/>
                </a:cubicBezTo>
                <a:close/>
                <a:moveTo>
                  <a:pt x="6923667" y="3769202"/>
                </a:moveTo>
                <a:cubicBezTo>
                  <a:pt x="6894263" y="3769202"/>
                  <a:pt x="6871393" y="3789788"/>
                  <a:pt x="6871393" y="3814707"/>
                </a:cubicBezTo>
                <a:cubicBezTo>
                  <a:pt x="6871393" y="3834209"/>
                  <a:pt x="6884462" y="3850461"/>
                  <a:pt x="6909510" y="3855878"/>
                </a:cubicBezTo>
                <a:lnTo>
                  <a:pt x="6930201" y="3860212"/>
                </a:lnTo>
                <a:cubicBezTo>
                  <a:pt x="6941091" y="3862379"/>
                  <a:pt x="6946537" y="3867796"/>
                  <a:pt x="6946537" y="3875380"/>
                </a:cubicBezTo>
                <a:cubicBezTo>
                  <a:pt x="6946537" y="3884048"/>
                  <a:pt x="6940002" y="3891632"/>
                  <a:pt x="6925845" y="3891632"/>
                </a:cubicBezTo>
                <a:cubicBezTo>
                  <a:pt x="6908420" y="3891632"/>
                  <a:pt x="6898619" y="3880797"/>
                  <a:pt x="6897530" y="3867796"/>
                </a:cubicBezTo>
                <a:lnTo>
                  <a:pt x="6868126" y="3874297"/>
                </a:lnTo>
                <a:cubicBezTo>
                  <a:pt x="6869215" y="3890548"/>
                  <a:pt x="6885551" y="3916551"/>
                  <a:pt x="6925845" y="3916551"/>
                </a:cubicBezTo>
                <a:cubicBezTo>
                  <a:pt x="6961783" y="3916551"/>
                  <a:pt x="6979208" y="3893799"/>
                  <a:pt x="6979208" y="3872130"/>
                </a:cubicBezTo>
                <a:cubicBezTo>
                  <a:pt x="6979208" y="3851544"/>
                  <a:pt x="6965050" y="3835292"/>
                  <a:pt x="6938914" y="3829875"/>
                </a:cubicBezTo>
                <a:lnTo>
                  <a:pt x="6917133" y="3825541"/>
                </a:lnTo>
                <a:cubicBezTo>
                  <a:pt x="6908420" y="3824458"/>
                  <a:pt x="6902975" y="3819041"/>
                  <a:pt x="6902975" y="3811457"/>
                </a:cubicBezTo>
                <a:cubicBezTo>
                  <a:pt x="6902975" y="3802789"/>
                  <a:pt x="6911688" y="3795205"/>
                  <a:pt x="6923667" y="3795205"/>
                </a:cubicBezTo>
                <a:cubicBezTo>
                  <a:pt x="6942181" y="3795205"/>
                  <a:pt x="6948715" y="3808206"/>
                  <a:pt x="6949804" y="3815790"/>
                </a:cubicBezTo>
                <a:lnTo>
                  <a:pt x="6978119" y="3808206"/>
                </a:lnTo>
                <a:cubicBezTo>
                  <a:pt x="6975941" y="3794121"/>
                  <a:pt x="6962872" y="3769202"/>
                  <a:pt x="6923667" y="3769202"/>
                </a:cubicBezTo>
                <a:close/>
                <a:moveTo>
                  <a:pt x="7378884" y="3733448"/>
                </a:moveTo>
                <a:lnTo>
                  <a:pt x="7378884" y="3754034"/>
                </a:lnTo>
                <a:cubicBezTo>
                  <a:pt x="7378884" y="3765952"/>
                  <a:pt x="7372350" y="3775703"/>
                  <a:pt x="7357104" y="3775703"/>
                </a:cubicBezTo>
                <a:lnTo>
                  <a:pt x="7349480" y="3775703"/>
                </a:lnTo>
                <a:lnTo>
                  <a:pt x="7349480" y="3804956"/>
                </a:lnTo>
                <a:lnTo>
                  <a:pt x="7375617" y="3804956"/>
                </a:lnTo>
                <a:lnTo>
                  <a:pt x="7375617" y="3875380"/>
                </a:lnTo>
                <a:cubicBezTo>
                  <a:pt x="7375617" y="3901383"/>
                  <a:pt x="7391953" y="3916551"/>
                  <a:pt x="7418089" y="3916551"/>
                </a:cubicBezTo>
                <a:cubicBezTo>
                  <a:pt x="7430069" y="3916551"/>
                  <a:pt x="7436603" y="3913300"/>
                  <a:pt x="7438781" y="3912217"/>
                </a:cubicBezTo>
                <a:lnTo>
                  <a:pt x="7438781" y="3885131"/>
                </a:lnTo>
                <a:cubicBezTo>
                  <a:pt x="7436603" y="3885131"/>
                  <a:pt x="7431158" y="3886214"/>
                  <a:pt x="7426802" y="3886214"/>
                </a:cubicBezTo>
                <a:cubicBezTo>
                  <a:pt x="7414822" y="3886214"/>
                  <a:pt x="7409377" y="3880797"/>
                  <a:pt x="7409377" y="3868879"/>
                </a:cubicBezTo>
                <a:lnTo>
                  <a:pt x="7409377" y="3803872"/>
                </a:lnTo>
                <a:lnTo>
                  <a:pt x="7438781" y="3803872"/>
                </a:lnTo>
                <a:lnTo>
                  <a:pt x="7438781" y="3774619"/>
                </a:lnTo>
                <a:lnTo>
                  <a:pt x="7409377" y="3774619"/>
                </a:lnTo>
                <a:lnTo>
                  <a:pt x="7409377" y="3733448"/>
                </a:lnTo>
                <a:close/>
                <a:moveTo>
                  <a:pt x="7108803" y="3733448"/>
                </a:moveTo>
                <a:lnTo>
                  <a:pt x="7108803" y="3754034"/>
                </a:lnTo>
                <a:cubicBezTo>
                  <a:pt x="7108803" y="3765952"/>
                  <a:pt x="7102269" y="3775703"/>
                  <a:pt x="7087022" y="3775703"/>
                </a:cubicBezTo>
                <a:lnTo>
                  <a:pt x="7079399" y="3775703"/>
                </a:lnTo>
                <a:lnTo>
                  <a:pt x="7079399" y="3804956"/>
                </a:lnTo>
                <a:lnTo>
                  <a:pt x="7105536" y="3804956"/>
                </a:lnTo>
                <a:lnTo>
                  <a:pt x="7105536" y="3875380"/>
                </a:lnTo>
                <a:cubicBezTo>
                  <a:pt x="7105536" y="3901383"/>
                  <a:pt x="7121871" y="3916551"/>
                  <a:pt x="7148008" y="3916551"/>
                </a:cubicBezTo>
                <a:cubicBezTo>
                  <a:pt x="7159988" y="3916551"/>
                  <a:pt x="7166522" y="3913300"/>
                  <a:pt x="7168700" y="3912217"/>
                </a:cubicBezTo>
                <a:lnTo>
                  <a:pt x="7168700" y="3885131"/>
                </a:lnTo>
                <a:cubicBezTo>
                  <a:pt x="7166522" y="3885131"/>
                  <a:pt x="7161077" y="3886214"/>
                  <a:pt x="7156721" y="3886214"/>
                </a:cubicBezTo>
                <a:cubicBezTo>
                  <a:pt x="7144741" y="3886214"/>
                  <a:pt x="7139296" y="3880797"/>
                  <a:pt x="7139296" y="3868879"/>
                </a:cubicBezTo>
                <a:lnTo>
                  <a:pt x="7139296" y="3803872"/>
                </a:lnTo>
                <a:lnTo>
                  <a:pt x="7168700" y="3803872"/>
                </a:lnTo>
                <a:lnTo>
                  <a:pt x="7168700" y="3774619"/>
                </a:lnTo>
                <a:lnTo>
                  <a:pt x="7139296" y="3774619"/>
                </a:lnTo>
                <a:lnTo>
                  <a:pt x="7139296" y="3733448"/>
                </a:lnTo>
                <a:close/>
                <a:moveTo>
                  <a:pt x="7032570" y="3703112"/>
                </a:moveTo>
                <a:cubicBezTo>
                  <a:pt x="7020591" y="3703112"/>
                  <a:pt x="7010790" y="3712863"/>
                  <a:pt x="7010790" y="3724781"/>
                </a:cubicBezTo>
                <a:cubicBezTo>
                  <a:pt x="7010790" y="3736699"/>
                  <a:pt x="7020591" y="3746450"/>
                  <a:pt x="7032570" y="3746450"/>
                </a:cubicBezTo>
                <a:cubicBezTo>
                  <a:pt x="7044550" y="3746450"/>
                  <a:pt x="7054351" y="3736699"/>
                  <a:pt x="7054351" y="3724781"/>
                </a:cubicBezTo>
                <a:cubicBezTo>
                  <a:pt x="7054351" y="3712863"/>
                  <a:pt x="7044550" y="3703112"/>
                  <a:pt x="7032570" y="3703112"/>
                </a:cubicBezTo>
                <a:close/>
                <a:moveTo>
                  <a:pt x="6390039" y="3703112"/>
                </a:moveTo>
                <a:cubicBezTo>
                  <a:pt x="6378059" y="3703112"/>
                  <a:pt x="6368258" y="3712863"/>
                  <a:pt x="6368258" y="3724781"/>
                </a:cubicBezTo>
                <a:cubicBezTo>
                  <a:pt x="6368258" y="3736699"/>
                  <a:pt x="6378059" y="3746450"/>
                  <a:pt x="6390039" y="3746450"/>
                </a:cubicBezTo>
                <a:cubicBezTo>
                  <a:pt x="6402018" y="3746450"/>
                  <a:pt x="6411820" y="3736699"/>
                  <a:pt x="6411820" y="3724781"/>
                </a:cubicBezTo>
                <a:cubicBezTo>
                  <a:pt x="6411820" y="3712863"/>
                  <a:pt x="6402018" y="3703112"/>
                  <a:pt x="6390039" y="3703112"/>
                </a:cubicBezTo>
                <a:close/>
                <a:moveTo>
                  <a:pt x="4364431" y="3482089"/>
                </a:moveTo>
                <a:lnTo>
                  <a:pt x="4364431" y="3797372"/>
                </a:lnTo>
                <a:lnTo>
                  <a:pt x="4434129" y="3797372"/>
                </a:lnTo>
                <a:lnTo>
                  <a:pt x="4434129" y="3618603"/>
                </a:lnTo>
                <a:lnTo>
                  <a:pt x="4498382" y="3793039"/>
                </a:lnTo>
                <a:lnTo>
                  <a:pt x="4549567" y="3793039"/>
                </a:lnTo>
                <a:lnTo>
                  <a:pt x="4613820" y="3620770"/>
                </a:lnTo>
                <a:lnTo>
                  <a:pt x="4613820" y="3797372"/>
                </a:lnTo>
                <a:lnTo>
                  <a:pt x="4682430" y="3797372"/>
                </a:lnTo>
                <a:lnTo>
                  <a:pt x="4682430" y="3482089"/>
                </a:lnTo>
                <a:lnTo>
                  <a:pt x="4598574" y="3482089"/>
                </a:lnTo>
                <a:lnTo>
                  <a:pt x="4524519" y="3680360"/>
                </a:lnTo>
                <a:lnTo>
                  <a:pt x="4451554" y="3482089"/>
                </a:lnTo>
                <a:close/>
                <a:moveTo>
                  <a:pt x="7506302" y="3463670"/>
                </a:moveTo>
                <a:lnTo>
                  <a:pt x="7506302" y="3470171"/>
                </a:lnTo>
                <a:cubicBezTo>
                  <a:pt x="7506302" y="3497257"/>
                  <a:pt x="7489966" y="3505925"/>
                  <a:pt x="7471453" y="3507008"/>
                </a:cubicBezTo>
                <a:cubicBezTo>
                  <a:pt x="7458384" y="3507008"/>
                  <a:pt x="7450761" y="3498340"/>
                  <a:pt x="7450761" y="3488589"/>
                </a:cubicBezTo>
                <a:cubicBezTo>
                  <a:pt x="7450761" y="3476672"/>
                  <a:pt x="7459473" y="3471254"/>
                  <a:pt x="7469275" y="3469087"/>
                </a:cubicBezTo>
                <a:close/>
                <a:moveTo>
                  <a:pt x="8145566" y="3413831"/>
                </a:moveTo>
                <a:cubicBezTo>
                  <a:pt x="8166258" y="3413831"/>
                  <a:pt x="8181505" y="3428999"/>
                  <a:pt x="8181505" y="3452835"/>
                </a:cubicBezTo>
                <a:cubicBezTo>
                  <a:pt x="8181505" y="3477755"/>
                  <a:pt x="8166258" y="3492923"/>
                  <a:pt x="8145566" y="3492923"/>
                </a:cubicBezTo>
                <a:cubicBezTo>
                  <a:pt x="8122697" y="3492923"/>
                  <a:pt x="8108539" y="3477755"/>
                  <a:pt x="8108539" y="3452835"/>
                </a:cubicBezTo>
                <a:cubicBezTo>
                  <a:pt x="8108539" y="3428999"/>
                  <a:pt x="8123786" y="3413831"/>
                  <a:pt x="8145566" y="3413831"/>
                </a:cubicBezTo>
                <a:close/>
                <a:moveTo>
                  <a:pt x="7654411" y="3413831"/>
                </a:moveTo>
                <a:cubicBezTo>
                  <a:pt x="7677280" y="3413831"/>
                  <a:pt x="7692527" y="3431166"/>
                  <a:pt x="7692527" y="3457169"/>
                </a:cubicBezTo>
                <a:cubicBezTo>
                  <a:pt x="7692527" y="3484255"/>
                  <a:pt x="7676191" y="3501590"/>
                  <a:pt x="7654411" y="3501590"/>
                </a:cubicBezTo>
                <a:cubicBezTo>
                  <a:pt x="7632630" y="3501590"/>
                  <a:pt x="7616294" y="3484255"/>
                  <a:pt x="7616294" y="3457169"/>
                </a:cubicBezTo>
                <a:cubicBezTo>
                  <a:pt x="7616294" y="3431166"/>
                  <a:pt x="7632630" y="3413831"/>
                  <a:pt x="7654411" y="3413831"/>
                </a:cubicBezTo>
                <a:close/>
                <a:moveTo>
                  <a:pt x="6103621" y="3413831"/>
                </a:moveTo>
                <a:cubicBezTo>
                  <a:pt x="6125402" y="3413831"/>
                  <a:pt x="6141738" y="3428999"/>
                  <a:pt x="6141738" y="3457169"/>
                </a:cubicBezTo>
                <a:cubicBezTo>
                  <a:pt x="6141738" y="3485339"/>
                  <a:pt x="6125402" y="3501590"/>
                  <a:pt x="6103621" y="3501590"/>
                </a:cubicBezTo>
                <a:cubicBezTo>
                  <a:pt x="6081841" y="3501590"/>
                  <a:pt x="6065505" y="3484255"/>
                  <a:pt x="6065505" y="3457169"/>
                </a:cubicBezTo>
                <a:cubicBezTo>
                  <a:pt x="6065505" y="3430083"/>
                  <a:pt x="6081841" y="3413831"/>
                  <a:pt x="6103621" y="3413831"/>
                </a:cubicBezTo>
                <a:close/>
                <a:moveTo>
                  <a:pt x="6353012" y="3412748"/>
                </a:moveTo>
                <a:cubicBezTo>
                  <a:pt x="6373703" y="3412748"/>
                  <a:pt x="6392217" y="3427916"/>
                  <a:pt x="6392217" y="3457170"/>
                </a:cubicBezTo>
                <a:cubicBezTo>
                  <a:pt x="6392217" y="3487506"/>
                  <a:pt x="6373703" y="3502674"/>
                  <a:pt x="6353012" y="3501591"/>
                </a:cubicBezTo>
                <a:cubicBezTo>
                  <a:pt x="6332320" y="3501591"/>
                  <a:pt x="6313806" y="3486423"/>
                  <a:pt x="6313806" y="3457170"/>
                </a:cubicBezTo>
                <a:cubicBezTo>
                  <a:pt x="6313806" y="3427916"/>
                  <a:pt x="6332320" y="3412748"/>
                  <a:pt x="6353012" y="3412748"/>
                </a:cubicBezTo>
                <a:close/>
                <a:moveTo>
                  <a:pt x="8316545" y="3410581"/>
                </a:moveTo>
                <a:cubicBezTo>
                  <a:pt x="8339415" y="3410581"/>
                  <a:pt x="8350306" y="3425750"/>
                  <a:pt x="8351395" y="3442001"/>
                </a:cubicBezTo>
                <a:lnTo>
                  <a:pt x="8281696" y="3442001"/>
                </a:lnTo>
                <a:cubicBezTo>
                  <a:pt x="8282786" y="3426833"/>
                  <a:pt x="8295854" y="3410581"/>
                  <a:pt x="8316545" y="3410581"/>
                </a:cubicBezTo>
                <a:close/>
                <a:moveTo>
                  <a:pt x="7819944" y="3410581"/>
                </a:moveTo>
                <a:cubicBezTo>
                  <a:pt x="7842814" y="3410581"/>
                  <a:pt x="7853704" y="3425750"/>
                  <a:pt x="7854794" y="3442001"/>
                </a:cubicBezTo>
                <a:lnTo>
                  <a:pt x="7785095" y="3442001"/>
                </a:lnTo>
                <a:cubicBezTo>
                  <a:pt x="7786184" y="3426833"/>
                  <a:pt x="7799252" y="3410581"/>
                  <a:pt x="7819944" y="3410581"/>
                </a:cubicBezTo>
                <a:close/>
                <a:moveTo>
                  <a:pt x="6859413" y="3410581"/>
                </a:moveTo>
                <a:cubicBezTo>
                  <a:pt x="6882283" y="3410581"/>
                  <a:pt x="6893173" y="3425750"/>
                  <a:pt x="6894263" y="3442001"/>
                </a:cubicBezTo>
                <a:lnTo>
                  <a:pt x="6824564" y="3442001"/>
                </a:lnTo>
                <a:cubicBezTo>
                  <a:pt x="6825653" y="3426833"/>
                  <a:pt x="6838721" y="3410581"/>
                  <a:pt x="6859413" y="3410581"/>
                </a:cubicBezTo>
                <a:close/>
                <a:moveTo>
                  <a:pt x="8003992" y="3387829"/>
                </a:moveTo>
                <a:lnTo>
                  <a:pt x="8003992" y="3527593"/>
                </a:lnTo>
                <a:lnTo>
                  <a:pt x="8037752" y="3527593"/>
                </a:lnTo>
                <a:lnTo>
                  <a:pt x="8037752" y="3387829"/>
                </a:lnTo>
                <a:close/>
                <a:moveTo>
                  <a:pt x="6613291" y="3387829"/>
                </a:moveTo>
                <a:lnTo>
                  <a:pt x="6613291" y="3527593"/>
                </a:lnTo>
                <a:lnTo>
                  <a:pt x="6647051" y="3527593"/>
                </a:lnTo>
                <a:lnTo>
                  <a:pt x="6647051" y="3387829"/>
                </a:lnTo>
                <a:close/>
                <a:moveTo>
                  <a:pt x="6211436" y="3387829"/>
                </a:moveTo>
                <a:lnTo>
                  <a:pt x="6211436" y="3527593"/>
                </a:lnTo>
                <a:lnTo>
                  <a:pt x="6245196" y="3527593"/>
                </a:lnTo>
                <a:lnTo>
                  <a:pt x="6245196" y="3387829"/>
                </a:lnTo>
                <a:close/>
                <a:moveTo>
                  <a:pt x="6439045" y="3387828"/>
                </a:moveTo>
                <a:lnTo>
                  <a:pt x="6496764" y="3527593"/>
                </a:lnTo>
                <a:lnTo>
                  <a:pt x="6530524" y="3527593"/>
                </a:lnTo>
                <a:lnTo>
                  <a:pt x="6583887" y="3387828"/>
                </a:lnTo>
                <a:lnTo>
                  <a:pt x="6549038" y="3387828"/>
                </a:lnTo>
                <a:lnTo>
                  <a:pt x="6513100" y="3487505"/>
                </a:lnTo>
                <a:lnTo>
                  <a:pt x="6476072" y="3387828"/>
                </a:lnTo>
                <a:close/>
                <a:moveTo>
                  <a:pt x="8139032" y="3384578"/>
                </a:moveTo>
                <a:cubicBezTo>
                  <a:pt x="8099827" y="3384578"/>
                  <a:pt x="8073690" y="3414915"/>
                  <a:pt x="8073690" y="3452835"/>
                </a:cubicBezTo>
                <a:cubicBezTo>
                  <a:pt x="8073690" y="3491839"/>
                  <a:pt x="8102005" y="3521093"/>
                  <a:pt x="8139032" y="3521093"/>
                </a:cubicBezTo>
                <a:cubicBezTo>
                  <a:pt x="8159724" y="3521093"/>
                  <a:pt x="8173882" y="3511341"/>
                  <a:pt x="8180416" y="3500507"/>
                </a:cubicBezTo>
                <a:lnTo>
                  <a:pt x="8180416" y="3515675"/>
                </a:lnTo>
                <a:cubicBezTo>
                  <a:pt x="8180416" y="3544928"/>
                  <a:pt x="8166258" y="3557930"/>
                  <a:pt x="8140121" y="3557930"/>
                </a:cubicBezTo>
                <a:cubicBezTo>
                  <a:pt x="8121607" y="3557930"/>
                  <a:pt x="8107450" y="3544928"/>
                  <a:pt x="8105272" y="3527593"/>
                </a:cubicBezTo>
                <a:lnTo>
                  <a:pt x="8073690" y="3536261"/>
                </a:lnTo>
                <a:cubicBezTo>
                  <a:pt x="8078046" y="3564430"/>
                  <a:pt x="8104183" y="3587183"/>
                  <a:pt x="8141210" y="3587183"/>
                </a:cubicBezTo>
                <a:cubicBezTo>
                  <a:pt x="8193484" y="3587183"/>
                  <a:pt x="8213087" y="3551429"/>
                  <a:pt x="8213087" y="3514592"/>
                </a:cubicBezTo>
                <a:lnTo>
                  <a:pt x="8213087" y="3387828"/>
                </a:lnTo>
                <a:lnTo>
                  <a:pt x="8180416" y="3387828"/>
                </a:lnTo>
                <a:lnTo>
                  <a:pt x="8180416" y="3405163"/>
                </a:lnTo>
                <a:cubicBezTo>
                  <a:pt x="8174971" y="3393246"/>
                  <a:pt x="8160813" y="3384578"/>
                  <a:pt x="8139032" y="3384578"/>
                </a:cubicBezTo>
                <a:close/>
                <a:moveTo>
                  <a:pt x="7660945" y="3384578"/>
                </a:moveTo>
                <a:cubicBezTo>
                  <a:pt x="7639164" y="3384578"/>
                  <a:pt x="7622828" y="3394329"/>
                  <a:pt x="7616294" y="3406247"/>
                </a:cubicBezTo>
                <a:lnTo>
                  <a:pt x="7616294" y="3387828"/>
                </a:lnTo>
                <a:lnTo>
                  <a:pt x="7583623" y="3387828"/>
                </a:lnTo>
                <a:lnTo>
                  <a:pt x="7583623" y="3581766"/>
                </a:lnTo>
                <a:lnTo>
                  <a:pt x="7617383" y="3581766"/>
                </a:lnTo>
                <a:lnTo>
                  <a:pt x="7617383" y="3511341"/>
                </a:lnTo>
                <a:cubicBezTo>
                  <a:pt x="7623917" y="3522176"/>
                  <a:pt x="7639164" y="3530844"/>
                  <a:pt x="7659856" y="3530844"/>
                </a:cubicBezTo>
                <a:cubicBezTo>
                  <a:pt x="7700150" y="3530844"/>
                  <a:pt x="7726287" y="3499423"/>
                  <a:pt x="7726287" y="3457169"/>
                </a:cubicBezTo>
                <a:cubicBezTo>
                  <a:pt x="7726287" y="3415998"/>
                  <a:pt x="7702328" y="3384578"/>
                  <a:pt x="7660945" y="3384578"/>
                </a:cubicBezTo>
                <a:close/>
                <a:moveTo>
                  <a:pt x="8316545" y="3383495"/>
                </a:moveTo>
                <a:cubicBezTo>
                  <a:pt x="8280607" y="3383495"/>
                  <a:pt x="8247936" y="3412748"/>
                  <a:pt x="8247936" y="3457170"/>
                </a:cubicBezTo>
                <a:cubicBezTo>
                  <a:pt x="8247936" y="3504841"/>
                  <a:pt x="8281696" y="3531928"/>
                  <a:pt x="8319812" y="3531928"/>
                </a:cubicBezTo>
                <a:cubicBezTo>
                  <a:pt x="8353573" y="3531928"/>
                  <a:pt x="8375354" y="3512425"/>
                  <a:pt x="8382977" y="3487506"/>
                </a:cubicBezTo>
                <a:lnTo>
                  <a:pt x="8353573" y="3478838"/>
                </a:lnTo>
                <a:cubicBezTo>
                  <a:pt x="8349217" y="3492923"/>
                  <a:pt x="8339415" y="3503758"/>
                  <a:pt x="8318724" y="3503758"/>
                </a:cubicBezTo>
                <a:cubicBezTo>
                  <a:pt x="8298032" y="3503758"/>
                  <a:pt x="8281696" y="3488589"/>
                  <a:pt x="8280607" y="3466921"/>
                </a:cubicBezTo>
                <a:lnTo>
                  <a:pt x="8384066" y="3466921"/>
                </a:lnTo>
                <a:cubicBezTo>
                  <a:pt x="8385155" y="3465837"/>
                  <a:pt x="8385155" y="3461503"/>
                  <a:pt x="8385155" y="3456086"/>
                </a:cubicBezTo>
                <a:cubicBezTo>
                  <a:pt x="8385155" y="3411665"/>
                  <a:pt x="8360107" y="3383495"/>
                  <a:pt x="8316545" y="3383495"/>
                </a:cubicBezTo>
                <a:close/>
                <a:moveTo>
                  <a:pt x="7819944" y="3383495"/>
                </a:moveTo>
                <a:cubicBezTo>
                  <a:pt x="7784006" y="3383495"/>
                  <a:pt x="7751335" y="3412748"/>
                  <a:pt x="7751335" y="3457170"/>
                </a:cubicBezTo>
                <a:cubicBezTo>
                  <a:pt x="7751335" y="3504841"/>
                  <a:pt x="7785095" y="3531928"/>
                  <a:pt x="7823211" y="3531928"/>
                </a:cubicBezTo>
                <a:cubicBezTo>
                  <a:pt x="7856971" y="3531928"/>
                  <a:pt x="7878752" y="3512425"/>
                  <a:pt x="7886375" y="3487506"/>
                </a:cubicBezTo>
                <a:lnTo>
                  <a:pt x="7856971" y="3478838"/>
                </a:lnTo>
                <a:cubicBezTo>
                  <a:pt x="7852616" y="3492923"/>
                  <a:pt x="7842814" y="3503758"/>
                  <a:pt x="7822122" y="3503758"/>
                </a:cubicBezTo>
                <a:cubicBezTo>
                  <a:pt x="7801431" y="3503758"/>
                  <a:pt x="7785095" y="3488589"/>
                  <a:pt x="7784006" y="3466921"/>
                </a:cubicBezTo>
                <a:lnTo>
                  <a:pt x="7887465" y="3466921"/>
                </a:lnTo>
                <a:cubicBezTo>
                  <a:pt x="7888554" y="3465837"/>
                  <a:pt x="7888554" y="3461503"/>
                  <a:pt x="7888554" y="3456086"/>
                </a:cubicBezTo>
                <a:cubicBezTo>
                  <a:pt x="7888554" y="3411665"/>
                  <a:pt x="7863506" y="3383495"/>
                  <a:pt x="7819944" y="3383495"/>
                </a:cubicBezTo>
                <a:close/>
                <a:moveTo>
                  <a:pt x="7480165" y="3383495"/>
                </a:moveTo>
                <a:cubicBezTo>
                  <a:pt x="7446405" y="3383495"/>
                  <a:pt x="7423535" y="3405164"/>
                  <a:pt x="7421357" y="3429000"/>
                </a:cubicBezTo>
                <a:lnTo>
                  <a:pt x="7451850" y="3435501"/>
                </a:lnTo>
                <a:cubicBezTo>
                  <a:pt x="7454028" y="3421416"/>
                  <a:pt x="7463829" y="3410581"/>
                  <a:pt x="7481254" y="3410581"/>
                </a:cubicBezTo>
                <a:cubicBezTo>
                  <a:pt x="7499767" y="3410581"/>
                  <a:pt x="7507391" y="3420332"/>
                  <a:pt x="7507391" y="3432250"/>
                </a:cubicBezTo>
                <a:cubicBezTo>
                  <a:pt x="7507391" y="3436584"/>
                  <a:pt x="7504124" y="3440918"/>
                  <a:pt x="7496500" y="3442001"/>
                </a:cubicBezTo>
                <a:lnTo>
                  <a:pt x="7460562" y="3447418"/>
                </a:lnTo>
                <a:cubicBezTo>
                  <a:pt x="7435514" y="3450669"/>
                  <a:pt x="7417001" y="3464754"/>
                  <a:pt x="7418090" y="3489673"/>
                </a:cubicBezTo>
                <a:cubicBezTo>
                  <a:pt x="7418090" y="3511342"/>
                  <a:pt x="7436603" y="3531928"/>
                  <a:pt x="7466008" y="3531928"/>
                </a:cubicBezTo>
                <a:cubicBezTo>
                  <a:pt x="7488877" y="3531928"/>
                  <a:pt x="7503034" y="3520010"/>
                  <a:pt x="7509569" y="3509175"/>
                </a:cubicBezTo>
                <a:cubicBezTo>
                  <a:pt x="7509569" y="3521093"/>
                  <a:pt x="7510658" y="3526510"/>
                  <a:pt x="7510658" y="3527594"/>
                </a:cubicBezTo>
                <a:lnTo>
                  <a:pt x="7542240" y="3527594"/>
                </a:lnTo>
                <a:cubicBezTo>
                  <a:pt x="7541151" y="3525427"/>
                  <a:pt x="7540062" y="3517843"/>
                  <a:pt x="7540062" y="3504841"/>
                </a:cubicBezTo>
                <a:lnTo>
                  <a:pt x="7540062" y="3435501"/>
                </a:lnTo>
                <a:cubicBezTo>
                  <a:pt x="7540062" y="3408414"/>
                  <a:pt x="7523726" y="3383495"/>
                  <a:pt x="7480165" y="3383495"/>
                </a:cubicBezTo>
                <a:close/>
                <a:moveTo>
                  <a:pt x="7176324" y="3383495"/>
                </a:moveTo>
                <a:cubicBezTo>
                  <a:pt x="7146920" y="3383495"/>
                  <a:pt x="7124050" y="3404081"/>
                  <a:pt x="7124050" y="3429000"/>
                </a:cubicBezTo>
                <a:cubicBezTo>
                  <a:pt x="7124050" y="3448502"/>
                  <a:pt x="7137119" y="3464754"/>
                  <a:pt x="7162167" y="3470171"/>
                </a:cubicBezTo>
                <a:lnTo>
                  <a:pt x="7182858" y="3474505"/>
                </a:lnTo>
                <a:cubicBezTo>
                  <a:pt x="7193749" y="3476672"/>
                  <a:pt x="7199194" y="3482089"/>
                  <a:pt x="7199194" y="3489673"/>
                </a:cubicBezTo>
                <a:cubicBezTo>
                  <a:pt x="7199194" y="3498340"/>
                  <a:pt x="7192659" y="3505925"/>
                  <a:pt x="7178502" y="3505925"/>
                </a:cubicBezTo>
                <a:cubicBezTo>
                  <a:pt x="7161077" y="3505925"/>
                  <a:pt x="7151276" y="3495090"/>
                  <a:pt x="7150187" y="3482089"/>
                </a:cubicBezTo>
                <a:lnTo>
                  <a:pt x="7120783" y="3489673"/>
                </a:lnTo>
                <a:cubicBezTo>
                  <a:pt x="7121872" y="3504841"/>
                  <a:pt x="7138208" y="3531928"/>
                  <a:pt x="7178502" y="3531928"/>
                </a:cubicBezTo>
                <a:cubicBezTo>
                  <a:pt x="7214440" y="3531928"/>
                  <a:pt x="7231865" y="3508092"/>
                  <a:pt x="7231865" y="3486423"/>
                </a:cubicBezTo>
                <a:cubicBezTo>
                  <a:pt x="7231865" y="3465837"/>
                  <a:pt x="7217707" y="3449585"/>
                  <a:pt x="7191571" y="3444168"/>
                </a:cubicBezTo>
                <a:lnTo>
                  <a:pt x="7169790" y="3439834"/>
                </a:lnTo>
                <a:cubicBezTo>
                  <a:pt x="7161077" y="3438751"/>
                  <a:pt x="7155632" y="3433334"/>
                  <a:pt x="7155632" y="3425750"/>
                </a:cubicBezTo>
                <a:cubicBezTo>
                  <a:pt x="7155632" y="3417082"/>
                  <a:pt x="7164345" y="3409498"/>
                  <a:pt x="7176324" y="3409498"/>
                </a:cubicBezTo>
                <a:cubicBezTo>
                  <a:pt x="7194838" y="3409498"/>
                  <a:pt x="7201372" y="3422499"/>
                  <a:pt x="7202461" y="3430083"/>
                </a:cubicBezTo>
                <a:lnTo>
                  <a:pt x="7230776" y="3422499"/>
                </a:lnTo>
                <a:cubicBezTo>
                  <a:pt x="7228598" y="3408414"/>
                  <a:pt x="7215529" y="3383495"/>
                  <a:pt x="7176324" y="3383495"/>
                </a:cubicBezTo>
                <a:close/>
                <a:moveTo>
                  <a:pt x="7038016" y="3383495"/>
                </a:moveTo>
                <a:cubicBezTo>
                  <a:pt x="7022769" y="3383495"/>
                  <a:pt x="7005344" y="3389996"/>
                  <a:pt x="6996632" y="3406247"/>
                </a:cubicBezTo>
                <a:lnTo>
                  <a:pt x="6996632" y="3387829"/>
                </a:lnTo>
                <a:lnTo>
                  <a:pt x="6963961" y="3387829"/>
                </a:lnTo>
                <a:lnTo>
                  <a:pt x="6963961" y="3527594"/>
                </a:lnTo>
                <a:lnTo>
                  <a:pt x="6996632" y="3527594"/>
                </a:lnTo>
                <a:lnTo>
                  <a:pt x="6996632" y="3447418"/>
                </a:lnTo>
                <a:cubicBezTo>
                  <a:pt x="6996632" y="3429000"/>
                  <a:pt x="7006433" y="3413832"/>
                  <a:pt x="7026036" y="3413832"/>
                </a:cubicBezTo>
                <a:cubicBezTo>
                  <a:pt x="7047817" y="3413832"/>
                  <a:pt x="7055440" y="3427916"/>
                  <a:pt x="7055440" y="3445252"/>
                </a:cubicBezTo>
                <a:lnTo>
                  <a:pt x="7055440" y="3527594"/>
                </a:lnTo>
                <a:lnTo>
                  <a:pt x="7089200" y="3527594"/>
                </a:lnTo>
                <a:lnTo>
                  <a:pt x="7089200" y="3438751"/>
                </a:lnTo>
                <a:cubicBezTo>
                  <a:pt x="7089200" y="3408414"/>
                  <a:pt x="7072865" y="3383495"/>
                  <a:pt x="7038016" y="3383495"/>
                </a:cubicBezTo>
                <a:close/>
                <a:moveTo>
                  <a:pt x="6859413" y="3383495"/>
                </a:moveTo>
                <a:cubicBezTo>
                  <a:pt x="6823475" y="3383495"/>
                  <a:pt x="6790804" y="3412748"/>
                  <a:pt x="6790804" y="3457170"/>
                </a:cubicBezTo>
                <a:cubicBezTo>
                  <a:pt x="6790804" y="3504841"/>
                  <a:pt x="6824564" y="3531928"/>
                  <a:pt x="6862680" y="3531928"/>
                </a:cubicBezTo>
                <a:cubicBezTo>
                  <a:pt x="6896440" y="3531928"/>
                  <a:pt x="6918221" y="3512425"/>
                  <a:pt x="6925844" y="3487506"/>
                </a:cubicBezTo>
                <a:lnTo>
                  <a:pt x="6896440" y="3478838"/>
                </a:lnTo>
                <a:cubicBezTo>
                  <a:pt x="6892085" y="3492923"/>
                  <a:pt x="6882283" y="3503758"/>
                  <a:pt x="6861591" y="3503758"/>
                </a:cubicBezTo>
                <a:cubicBezTo>
                  <a:pt x="6840900" y="3503758"/>
                  <a:pt x="6824564" y="3488589"/>
                  <a:pt x="6823475" y="3466921"/>
                </a:cubicBezTo>
                <a:lnTo>
                  <a:pt x="6926934" y="3466921"/>
                </a:lnTo>
                <a:cubicBezTo>
                  <a:pt x="6928023" y="3465837"/>
                  <a:pt x="6928023" y="3461503"/>
                  <a:pt x="6928023" y="3456086"/>
                </a:cubicBezTo>
                <a:cubicBezTo>
                  <a:pt x="6928023" y="3411665"/>
                  <a:pt x="6902975" y="3383495"/>
                  <a:pt x="6859413" y="3383495"/>
                </a:cubicBezTo>
                <a:close/>
                <a:moveTo>
                  <a:pt x="6353012" y="3383495"/>
                </a:moveTo>
                <a:cubicBezTo>
                  <a:pt x="6310539" y="3383495"/>
                  <a:pt x="6280046" y="3413832"/>
                  <a:pt x="6280046" y="3457170"/>
                </a:cubicBezTo>
                <a:cubicBezTo>
                  <a:pt x="6280046" y="3500507"/>
                  <a:pt x="6310539" y="3531928"/>
                  <a:pt x="6353012" y="3531928"/>
                </a:cubicBezTo>
                <a:cubicBezTo>
                  <a:pt x="6395484" y="3531928"/>
                  <a:pt x="6425977" y="3500507"/>
                  <a:pt x="6425977" y="3457170"/>
                </a:cubicBezTo>
                <a:cubicBezTo>
                  <a:pt x="6425977" y="3414915"/>
                  <a:pt x="6395484" y="3383495"/>
                  <a:pt x="6353012" y="3383495"/>
                </a:cubicBezTo>
                <a:close/>
                <a:moveTo>
                  <a:pt x="6705860" y="3345574"/>
                </a:moveTo>
                <a:lnTo>
                  <a:pt x="6705860" y="3366160"/>
                </a:lnTo>
                <a:cubicBezTo>
                  <a:pt x="6705860" y="3378077"/>
                  <a:pt x="6699326" y="3387829"/>
                  <a:pt x="6684079" y="3387829"/>
                </a:cubicBezTo>
                <a:lnTo>
                  <a:pt x="6676456" y="3387829"/>
                </a:lnTo>
                <a:lnTo>
                  <a:pt x="6676456" y="3417082"/>
                </a:lnTo>
                <a:lnTo>
                  <a:pt x="6702593" y="3417082"/>
                </a:lnTo>
                <a:lnTo>
                  <a:pt x="6702593" y="3487506"/>
                </a:lnTo>
                <a:cubicBezTo>
                  <a:pt x="6702593" y="3513509"/>
                  <a:pt x="6718928" y="3528677"/>
                  <a:pt x="6745065" y="3528677"/>
                </a:cubicBezTo>
                <a:cubicBezTo>
                  <a:pt x="6757045" y="3528677"/>
                  <a:pt x="6763579" y="3526510"/>
                  <a:pt x="6765757" y="3525426"/>
                </a:cubicBezTo>
                <a:lnTo>
                  <a:pt x="6765757" y="3498340"/>
                </a:lnTo>
                <a:cubicBezTo>
                  <a:pt x="6763579" y="3498340"/>
                  <a:pt x="6758134" y="3499424"/>
                  <a:pt x="6753778" y="3499424"/>
                </a:cubicBezTo>
                <a:cubicBezTo>
                  <a:pt x="6741798" y="3499424"/>
                  <a:pt x="6736353" y="3494007"/>
                  <a:pt x="6736353" y="3482089"/>
                </a:cubicBezTo>
                <a:lnTo>
                  <a:pt x="6736353" y="3417082"/>
                </a:lnTo>
                <a:lnTo>
                  <a:pt x="6765757" y="3417082"/>
                </a:lnTo>
                <a:lnTo>
                  <a:pt x="6765757" y="3387829"/>
                </a:lnTo>
                <a:lnTo>
                  <a:pt x="6736353" y="3387829"/>
                </a:lnTo>
                <a:lnTo>
                  <a:pt x="6736353" y="3345574"/>
                </a:lnTo>
                <a:close/>
                <a:moveTo>
                  <a:pt x="7267802" y="3320655"/>
                </a:moveTo>
                <a:lnTo>
                  <a:pt x="7267802" y="3528677"/>
                </a:lnTo>
                <a:lnTo>
                  <a:pt x="7301562" y="3528677"/>
                </a:lnTo>
                <a:lnTo>
                  <a:pt x="7301562" y="3489673"/>
                </a:lnTo>
                <a:lnTo>
                  <a:pt x="7318987" y="3471254"/>
                </a:lnTo>
                <a:lnTo>
                  <a:pt x="7360370" y="3528677"/>
                </a:lnTo>
                <a:lnTo>
                  <a:pt x="7401754" y="3528677"/>
                </a:lnTo>
                <a:lnTo>
                  <a:pt x="7342946" y="3447418"/>
                </a:lnTo>
                <a:lnTo>
                  <a:pt x="7400665" y="3388912"/>
                </a:lnTo>
                <a:lnTo>
                  <a:pt x="7356014" y="3388912"/>
                </a:lnTo>
                <a:lnTo>
                  <a:pt x="7301562" y="3445252"/>
                </a:lnTo>
                <a:lnTo>
                  <a:pt x="7301562" y="3320655"/>
                </a:lnTo>
                <a:close/>
                <a:moveTo>
                  <a:pt x="7924492" y="3319571"/>
                </a:moveTo>
                <a:lnTo>
                  <a:pt x="7924492" y="3527593"/>
                </a:lnTo>
                <a:lnTo>
                  <a:pt x="7958252" y="3527593"/>
                </a:lnTo>
                <a:lnTo>
                  <a:pt x="7958252" y="3319571"/>
                </a:lnTo>
                <a:close/>
                <a:moveTo>
                  <a:pt x="6032834" y="3319571"/>
                </a:moveTo>
                <a:lnTo>
                  <a:pt x="6032834" y="3527593"/>
                </a:lnTo>
                <a:lnTo>
                  <a:pt x="6065505" y="3527593"/>
                </a:lnTo>
                <a:lnTo>
                  <a:pt x="6065505" y="3509174"/>
                </a:lnTo>
                <a:cubicBezTo>
                  <a:pt x="6074217" y="3523259"/>
                  <a:pt x="6089464" y="3531927"/>
                  <a:pt x="6109067" y="3531927"/>
                </a:cubicBezTo>
                <a:cubicBezTo>
                  <a:pt x="6150450" y="3531927"/>
                  <a:pt x="6175498" y="3499423"/>
                  <a:pt x="6175498" y="3457169"/>
                </a:cubicBezTo>
                <a:cubicBezTo>
                  <a:pt x="6175498" y="3415998"/>
                  <a:pt x="6152628" y="3384578"/>
                  <a:pt x="6110156" y="3384578"/>
                </a:cubicBezTo>
                <a:cubicBezTo>
                  <a:pt x="6088375" y="3384578"/>
                  <a:pt x="6072040" y="3394329"/>
                  <a:pt x="6065505" y="3405163"/>
                </a:cubicBezTo>
                <a:lnTo>
                  <a:pt x="6065505" y="3319571"/>
                </a:lnTo>
                <a:close/>
                <a:moveTo>
                  <a:pt x="8020327" y="3316321"/>
                </a:moveTo>
                <a:cubicBezTo>
                  <a:pt x="8009437" y="3316321"/>
                  <a:pt x="7998547" y="3326072"/>
                  <a:pt x="7998547" y="3337990"/>
                </a:cubicBezTo>
                <a:cubicBezTo>
                  <a:pt x="7998547" y="3349908"/>
                  <a:pt x="8008348" y="3359659"/>
                  <a:pt x="8020327" y="3359659"/>
                </a:cubicBezTo>
                <a:cubicBezTo>
                  <a:pt x="8032307" y="3359659"/>
                  <a:pt x="8042108" y="3349908"/>
                  <a:pt x="8042108" y="3337990"/>
                </a:cubicBezTo>
                <a:cubicBezTo>
                  <a:pt x="8042108" y="3326072"/>
                  <a:pt x="8032307" y="3316321"/>
                  <a:pt x="8020327" y="3316321"/>
                </a:cubicBezTo>
                <a:close/>
                <a:moveTo>
                  <a:pt x="6629627" y="3316321"/>
                </a:moveTo>
                <a:cubicBezTo>
                  <a:pt x="6617647" y="3316321"/>
                  <a:pt x="6607846" y="3326072"/>
                  <a:pt x="6607846" y="3337990"/>
                </a:cubicBezTo>
                <a:cubicBezTo>
                  <a:pt x="6607846" y="3349908"/>
                  <a:pt x="6617647" y="3359659"/>
                  <a:pt x="6629627" y="3359659"/>
                </a:cubicBezTo>
                <a:cubicBezTo>
                  <a:pt x="6641606" y="3359659"/>
                  <a:pt x="6651407" y="3349908"/>
                  <a:pt x="6651407" y="3337990"/>
                </a:cubicBezTo>
                <a:cubicBezTo>
                  <a:pt x="6651407" y="3326072"/>
                  <a:pt x="6641606" y="3316321"/>
                  <a:pt x="6629627" y="3316321"/>
                </a:cubicBezTo>
                <a:close/>
                <a:moveTo>
                  <a:pt x="6227772" y="3316321"/>
                </a:moveTo>
                <a:cubicBezTo>
                  <a:pt x="6215792" y="3316321"/>
                  <a:pt x="6205991" y="3326072"/>
                  <a:pt x="6205991" y="3337990"/>
                </a:cubicBezTo>
                <a:cubicBezTo>
                  <a:pt x="6205991" y="3349908"/>
                  <a:pt x="6215792" y="3359659"/>
                  <a:pt x="6227772" y="3359659"/>
                </a:cubicBezTo>
                <a:cubicBezTo>
                  <a:pt x="6239751" y="3359659"/>
                  <a:pt x="6249552" y="3349908"/>
                  <a:pt x="6249552" y="3337990"/>
                </a:cubicBezTo>
                <a:cubicBezTo>
                  <a:pt x="6249552" y="3326072"/>
                  <a:pt x="6239751" y="3316321"/>
                  <a:pt x="6227772" y="3316321"/>
                </a:cubicBezTo>
                <a:close/>
                <a:moveTo>
                  <a:pt x="4935086" y="3220978"/>
                </a:moveTo>
                <a:lnTo>
                  <a:pt x="4996072" y="3220978"/>
                </a:lnTo>
                <a:cubicBezTo>
                  <a:pt x="5039634" y="3220978"/>
                  <a:pt x="5039634" y="3248064"/>
                  <a:pt x="5039634" y="3256732"/>
                </a:cubicBezTo>
                <a:cubicBezTo>
                  <a:pt x="5039634" y="3283818"/>
                  <a:pt x="5012409" y="3288152"/>
                  <a:pt x="4994984" y="3288152"/>
                </a:cubicBezTo>
                <a:lnTo>
                  <a:pt x="4935086" y="3288152"/>
                </a:lnTo>
                <a:close/>
                <a:moveTo>
                  <a:pt x="5383769" y="3147303"/>
                </a:moveTo>
                <a:lnTo>
                  <a:pt x="5383769" y="3607769"/>
                </a:lnTo>
                <a:lnTo>
                  <a:pt x="5005874" y="3607769"/>
                </a:lnTo>
                <a:lnTo>
                  <a:pt x="5005874" y="3482089"/>
                </a:lnTo>
                <a:lnTo>
                  <a:pt x="4937264" y="3482089"/>
                </a:lnTo>
                <a:lnTo>
                  <a:pt x="4937264" y="3607769"/>
                </a:lnTo>
                <a:lnTo>
                  <a:pt x="4810936" y="3607769"/>
                </a:lnTo>
                <a:lnTo>
                  <a:pt x="4810936" y="3676026"/>
                </a:lnTo>
                <a:lnTo>
                  <a:pt x="4937264" y="3676026"/>
                </a:lnTo>
                <a:lnTo>
                  <a:pt x="4937264" y="4051983"/>
                </a:lnTo>
                <a:lnTo>
                  <a:pt x="4263150" y="4051983"/>
                </a:lnTo>
                <a:lnTo>
                  <a:pt x="4263150" y="4120240"/>
                </a:lnTo>
                <a:lnTo>
                  <a:pt x="4979737" y="4120240"/>
                </a:lnTo>
                <a:cubicBezTo>
                  <a:pt x="4993894" y="4120240"/>
                  <a:pt x="5005874" y="4108322"/>
                  <a:pt x="5005874" y="4094237"/>
                </a:cubicBezTo>
                <a:lnTo>
                  <a:pt x="5005874" y="3676026"/>
                </a:lnTo>
                <a:lnTo>
                  <a:pt x="5426242" y="3676026"/>
                </a:lnTo>
                <a:cubicBezTo>
                  <a:pt x="5440399" y="3676026"/>
                  <a:pt x="5452379" y="3664108"/>
                  <a:pt x="5452379" y="3650023"/>
                </a:cubicBezTo>
                <a:lnTo>
                  <a:pt x="5452379" y="3147303"/>
                </a:lnTo>
                <a:close/>
                <a:moveTo>
                  <a:pt x="4936176" y="3099632"/>
                </a:moveTo>
                <a:lnTo>
                  <a:pt x="4996072" y="3099632"/>
                </a:lnTo>
                <a:cubicBezTo>
                  <a:pt x="5021120" y="3099632"/>
                  <a:pt x="5034190" y="3110466"/>
                  <a:pt x="5034190" y="3129968"/>
                </a:cubicBezTo>
                <a:cubicBezTo>
                  <a:pt x="5034190" y="3142969"/>
                  <a:pt x="5030921" y="3159221"/>
                  <a:pt x="4997161" y="3159221"/>
                </a:cubicBezTo>
                <a:lnTo>
                  <a:pt x="4936176" y="3159221"/>
                </a:lnTo>
                <a:close/>
                <a:moveTo>
                  <a:pt x="7680548" y="3047626"/>
                </a:moveTo>
                <a:cubicBezTo>
                  <a:pt x="7683815" y="3054126"/>
                  <a:pt x="7685993" y="3062794"/>
                  <a:pt x="7685993" y="3071461"/>
                </a:cubicBezTo>
                <a:cubicBezTo>
                  <a:pt x="7685993" y="3100715"/>
                  <a:pt x="7667479" y="3115883"/>
                  <a:pt x="7646788" y="3114799"/>
                </a:cubicBezTo>
                <a:cubicBezTo>
                  <a:pt x="7640253" y="3114799"/>
                  <a:pt x="7634808" y="3113716"/>
                  <a:pt x="7629363" y="3111549"/>
                </a:cubicBezTo>
                <a:close/>
                <a:moveTo>
                  <a:pt x="7746979" y="3042208"/>
                </a:moveTo>
                <a:lnTo>
                  <a:pt x="7746979" y="3071461"/>
                </a:lnTo>
                <a:lnTo>
                  <a:pt x="7828657" y="3071461"/>
                </a:lnTo>
                <a:lnTo>
                  <a:pt x="7828657" y="3042208"/>
                </a:lnTo>
                <a:close/>
                <a:moveTo>
                  <a:pt x="4865388" y="3037875"/>
                </a:moveTo>
                <a:lnTo>
                  <a:pt x="4865388" y="3354242"/>
                </a:lnTo>
                <a:lnTo>
                  <a:pt x="4992805" y="3354242"/>
                </a:lnTo>
                <a:cubicBezTo>
                  <a:pt x="5022210" y="3354242"/>
                  <a:pt x="5052702" y="3352075"/>
                  <a:pt x="5077750" y="3332573"/>
                </a:cubicBezTo>
                <a:cubicBezTo>
                  <a:pt x="5099531" y="3315238"/>
                  <a:pt x="5111510" y="3290318"/>
                  <a:pt x="5111510" y="3258898"/>
                </a:cubicBezTo>
                <a:cubicBezTo>
                  <a:pt x="5111510" y="3230729"/>
                  <a:pt x="5098442" y="3205809"/>
                  <a:pt x="5076661" y="3190641"/>
                </a:cubicBezTo>
                <a:cubicBezTo>
                  <a:pt x="5097353" y="3174389"/>
                  <a:pt x="5106065" y="3147303"/>
                  <a:pt x="5104976" y="3126718"/>
                </a:cubicBezTo>
                <a:cubicBezTo>
                  <a:pt x="5104976" y="3098548"/>
                  <a:pt x="5090819" y="3070378"/>
                  <a:pt x="5066860" y="3055210"/>
                </a:cubicBezTo>
                <a:cubicBezTo>
                  <a:pt x="5048346" y="3043292"/>
                  <a:pt x="5024387" y="3037875"/>
                  <a:pt x="4992805" y="3037875"/>
                </a:cubicBezTo>
                <a:close/>
                <a:moveTo>
                  <a:pt x="8159724" y="3028123"/>
                </a:moveTo>
                <a:cubicBezTo>
                  <a:pt x="8180416" y="3028123"/>
                  <a:pt x="8195662" y="3043291"/>
                  <a:pt x="8195662" y="3067127"/>
                </a:cubicBezTo>
                <a:cubicBezTo>
                  <a:pt x="8195662" y="3090963"/>
                  <a:pt x="8180416" y="3106131"/>
                  <a:pt x="8159724" y="3107215"/>
                </a:cubicBezTo>
                <a:cubicBezTo>
                  <a:pt x="8136855" y="3107215"/>
                  <a:pt x="8122697" y="3092047"/>
                  <a:pt x="8122697" y="3067127"/>
                </a:cubicBezTo>
                <a:cubicBezTo>
                  <a:pt x="8122697" y="3043291"/>
                  <a:pt x="8137944" y="3028123"/>
                  <a:pt x="8159724" y="3028123"/>
                </a:cubicBezTo>
                <a:close/>
                <a:moveTo>
                  <a:pt x="6602401" y="3028123"/>
                </a:moveTo>
                <a:cubicBezTo>
                  <a:pt x="6623093" y="3028123"/>
                  <a:pt x="6638339" y="3043291"/>
                  <a:pt x="6638339" y="3067127"/>
                </a:cubicBezTo>
                <a:cubicBezTo>
                  <a:pt x="6638339" y="3090963"/>
                  <a:pt x="6623093" y="3106131"/>
                  <a:pt x="6602401" y="3107215"/>
                </a:cubicBezTo>
                <a:cubicBezTo>
                  <a:pt x="6579531" y="3107215"/>
                  <a:pt x="6565374" y="3092047"/>
                  <a:pt x="6565374" y="3067127"/>
                </a:cubicBezTo>
                <a:cubicBezTo>
                  <a:pt x="6565374" y="3043291"/>
                  <a:pt x="6580621" y="3028123"/>
                  <a:pt x="6602401" y="3028123"/>
                </a:cubicBezTo>
                <a:close/>
                <a:moveTo>
                  <a:pt x="7989834" y="3027041"/>
                </a:moveTo>
                <a:cubicBezTo>
                  <a:pt x="8010526" y="3027041"/>
                  <a:pt x="8029040" y="3042209"/>
                  <a:pt x="8029040" y="3071462"/>
                </a:cubicBezTo>
                <a:cubicBezTo>
                  <a:pt x="8029040" y="3100715"/>
                  <a:pt x="8010526" y="3115883"/>
                  <a:pt x="7989834" y="3115883"/>
                </a:cubicBezTo>
                <a:cubicBezTo>
                  <a:pt x="7969143" y="3115883"/>
                  <a:pt x="7950629" y="3100715"/>
                  <a:pt x="7950629" y="3071462"/>
                </a:cubicBezTo>
                <a:cubicBezTo>
                  <a:pt x="7950629" y="3042209"/>
                  <a:pt x="7969143" y="3027041"/>
                  <a:pt x="7989834" y="3027041"/>
                </a:cubicBezTo>
                <a:close/>
                <a:moveTo>
                  <a:pt x="6319252" y="3027041"/>
                </a:moveTo>
                <a:cubicBezTo>
                  <a:pt x="6339943" y="3027041"/>
                  <a:pt x="6358457" y="3042209"/>
                  <a:pt x="6358457" y="3071462"/>
                </a:cubicBezTo>
                <a:cubicBezTo>
                  <a:pt x="6358457" y="3100715"/>
                  <a:pt x="6339943" y="3115883"/>
                  <a:pt x="6319252" y="3115883"/>
                </a:cubicBezTo>
                <a:cubicBezTo>
                  <a:pt x="6298560" y="3115883"/>
                  <a:pt x="6280046" y="3100715"/>
                  <a:pt x="6280046" y="3071462"/>
                </a:cubicBezTo>
                <a:cubicBezTo>
                  <a:pt x="6280046" y="3042209"/>
                  <a:pt x="6298560" y="3027041"/>
                  <a:pt x="6319252" y="3027041"/>
                </a:cubicBezTo>
                <a:close/>
                <a:moveTo>
                  <a:pt x="7646788" y="3027040"/>
                </a:moveTo>
                <a:cubicBezTo>
                  <a:pt x="7652233" y="3027040"/>
                  <a:pt x="7658767" y="3029207"/>
                  <a:pt x="7664212" y="3031374"/>
                </a:cubicBezTo>
                <a:lnTo>
                  <a:pt x="7613027" y="3095297"/>
                </a:lnTo>
                <a:cubicBezTo>
                  <a:pt x="7609760" y="3088797"/>
                  <a:pt x="7607582" y="3081213"/>
                  <a:pt x="7607582" y="3071461"/>
                </a:cubicBezTo>
                <a:cubicBezTo>
                  <a:pt x="7607582" y="3042208"/>
                  <a:pt x="7626096" y="3027040"/>
                  <a:pt x="7646788" y="3027040"/>
                </a:cubicBezTo>
                <a:close/>
                <a:moveTo>
                  <a:pt x="6772290" y="3024874"/>
                </a:moveTo>
                <a:cubicBezTo>
                  <a:pt x="6795160" y="3024874"/>
                  <a:pt x="6806051" y="3040042"/>
                  <a:pt x="6807139" y="3056294"/>
                </a:cubicBezTo>
                <a:lnTo>
                  <a:pt x="6737441" y="3056294"/>
                </a:lnTo>
                <a:cubicBezTo>
                  <a:pt x="6738530" y="3041125"/>
                  <a:pt x="6751599" y="3024874"/>
                  <a:pt x="6772290" y="3024874"/>
                </a:cubicBezTo>
                <a:close/>
                <a:moveTo>
                  <a:pt x="7505213" y="3001038"/>
                </a:moveTo>
                <a:lnTo>
                  <a:pt x="7505213" y="3153804"/>
                </a:lnTo>
                <a:cubicBezTo>
                  <a:pt x="7505213" y="3165722"/>
                  <a:pt x="7500857" y="3172222"/>
                  <a:pt x="7487788" y="3172222"/>
                </a:cubicBezTo>
                <a:cubicBezTo>
                  <a:pt x="7484521" y="3172222"/>
                  <a:pt x="7479076" y="3171139"/>
                  <a:pt x="7477987" y="3171139"/>
                </a:cubicBezTo>
                <a:lnTo>
                  <a:pt x="7477987" y="3198225"/>
                </a:lnTo>
                <a:cubicBezTo>
                  <a:pt x="7479076" y="3198225"/>
                  <a:pt x="7485610" y="3200392"/>
                  <a:pt x="7496501" y="3200392"/>
                </a:cubicBezTo>
                <a:cubicBezTo>
                  <a:pt x="7521549" y="3200392"/>
                  <a:pt x="7537884" y="3180890"/>
                  <a:pt x="7537884" y="3154887"/>
                </a:cubicBezTo>
                <a:lnTo>
                  <a:pt x="7537884" y="3001038"/>
                </a:lnTo>
                <a:close/>
                <a:moveTo>
                  <a:pt x="7344035" y="3001037"/>
                </a:moveTo>
                <a:lnTo>
                  <a:pt x="7344035" y="3140802"/>
                </a:lnTo>
                <a:lnTo>
                  <a:pt x="7377795" y="3140802"/>
                </a:lnTo>
                <a:lnTo>
                  <a:pt x="7377795" y="3001037"/>
                </a:lnTo>
                <a:close/>
                <a:moveTo>
                  <a:pt x="6501121" y="3001037"/>
                </a:moveTo>
                <a:cubicBezTo>
                  <a:pt x="6482607" y="3001037"/>
                  <a:pt x="6467360" y="3009705"/>
                  <a:pt x="6460826" y="3024873"/>
                </a:cubicBezTo>
                <a:lnTo>
                  <a:pt x="6460826" y="3002120"/>
                </a:lnTo>
                <a:lnTo>
                  <a:pt x="6428155" y="3002120"/>
                </a:lnTo>
                <a:lnTo>
                  <a:pt x="6428155" y="3141885"/>
                </a:lnTo>
                <a:lnTo>
                  <a:pt x="6461915" y="3141885"/>
                </a:lnTo>
                <a:lnTo>
                  <a:pt x="6461915" y="3074711"/>
                </a:lnTo>
                <a:cubicBezTo>
                  <a:pt x="6461915" y="3048709"/>
                  <a:pt x="6473895" y="3033540"/>
                  <a:pt x="6500031" y="3033540"/>
                </a:cubicBezTo>
                <a:lnTo>
                  <a:pt x="6509833" y="3034516"/>
                </a:lnTo>
                <a:lnTo>
                  <a:pt x="6509833" y="3034624"/>
                </a:lnTo>
                <a:lnTo>
                  <a:pt x="6510922" y="3034624"/>
                </a:lnTo>
                <a:lnTo>
                  <a:pt x="6509833" y="3034516"/>
                </a:lnTo>
                <a:lnTo>
                  <a:pt x="6509833" y="3002120"/>
                </a:lnTo>
                <a:cubicBezTo>
                  <a:pt x="6508744" y="3001037"/>
                  <a:pt x="6505477" y="3001037"/>
                  <a:pt x="6501121" y="3001037"/>
                </a:cubicBezTo>
                <a:close/>
                <a:moveTo>
                  <a:pt x="8153190" y="2998870"/>
                </a:moveTo>
                <a:cubicBezTo>
                  <a:pt x="8113985" y="2998870"/>
                  <a:pt x="8087848" y="3030290"/>
                  <a:pt x="8087848" y="3067127"/>
                </a:cubicBezTo>
                <a:cubicBezTo>
                  <a:pt x="8087848" y="3107215"/>
                  <a:pt x="8116163" y="3135385"/>
                  <a:pt x="8153190" y="3135385"/>
                </a:cubicBezTo>
                <a:cubicBezTo>
                  <a:pt x="8173882" y="3135385"/>
                  <a:pt x="8188039" y="3125633"/>
                  <a:pt x="8194574" y="3114799"/>
                </a:cubicBezTo>
                <a:lnTo>
                  <a:pt x="8194574" y="3128884"/>
                </a:lnTo>
                <a:cubicBezTo>
                  <a:pt x="8194574" y="3158137"/>
                  <a:pt x="8180416" y="3171138"/>
                  <a:pt x="8154279" y="3171138"/>
                </a:cubicBezTo>
                <a:cubicBezTo>
                  <a:pt x="8135765" y="3171138"/>
                  <a:pt x="8121608" y="3158137"/>
                  <a:pt x="8119430" y="3140802"/>
                </a:cubicBezTo>
                <a:lnTo>
                  <a:pt x="8087848" y="3149469"/>
                </a:lnTo>
                <a:cubicBezTo>
                  <a:pt x="8092204" y="3177639"/>
                  <a:pt x="8118341" y="3200391"/>
                  <a:pt x="8155368" y="3200391"/>
                </a:cubicBezTo>
                <a:cubicBezTo>
                  <a:pt x="8207642" y="3200391"/>
                  <a:pt x="8227245" y="3165721"/>
                  <a:pt x="8227245" y="3127800"/>
                </a:cubicBezTo>
                <a:lnTo>
                  <a:pt x="8227245" y="3001037"/>
                </a:lnTo>
                <a:lnTo>
                  <a:pt x="8194574" y="3001037"/>
                </a:lnTo>
                <a:lnTo>
                  <a:pt x="8194574" y="3019456"/>
                </a:lnTo>
                <a:cubicBezTo>
                  <a:pt x="8189129" y="3007538"/>
                  <a:pt x="8174971" y="2998870"/>
                  <a:pt x="8153190" y="2998870"/>
                </a:cubicBezTo>
                <a:close/>
                <a:moveTo>
                  <a:pt x="6595867" y="2998870"/>
                </a:moveTo>
                <a:cubicBezTo>
                  <a:pt x="6556662" y="2998870"/>
                  <a:pt x="6530525" y="3030290"/>
                  <a:pt x="6530525" y="3067127"/>
                </a:cubicBezTo>
                <a:cubicBezTo>
                  <a:pt x="6530525" y="3107215"/>
                  <a:pt x="6558840" y="3135385"/>
                  <a:pt x="6595867" y="3135385"/>
                </a:cubicBezTo>
                <a:cubicBezTo>
                  <a:pt x="6616559" y="3135385"/>
                  <a:pt x="6630716" y="3125633"/>
                  <a:pt x="6637251" y="3114799"/>
                </a:cubicBezTo>
                <a:lnTo>
                  <a:pt x="6637251" y="3128884"/>
                </a:lnTo>
                <a:cubicBezTo>
                  <a:pt x="6637251" y="3158137"/>
                  <a:pt x="6623093" y="3171138"/>
                  <a:pt x="6596956" y="3171138"/>
                </a:cubicBezTo>
                <a:cubicBezTo>
                  <a:pt x="6578442" y="3171138"/>
                  <a:pt x="6564285" y="3158137"/>
                  <a:pt x="6562107" y="3140802"/>
                </a:cubicBezTo>
                <a:lnTo>
                  <a:pt x="6530525" y="3149469"/>
                </a:lnTo>
                <a:cubicBezTo>
                  <a:pt x="6534881" y="3177639"/>
                  <a:pt x="6561018" y="3200391"/>
                  <a:pt x="6598045" y="3200391"/>
                </a:cubicBezTo>
                <a:cubicBezTo>
                  <a:pt x="6650319" y="3200391"/>
                  <a:pt x="6669922" y="3165721"/>
                  <a:pt x="6669922" y="3127800"/>
                </a:cubicBezTo>
                <a:lnTo>
                  <a:pt x="6669922" y="3001037"/>
                </a:lnTo>
                <a:lnTo>
                  <a:pt x="6637251" y="3001037"/>
                </a:lnTo>
                <a:lnTo>
                  <a:pt x="6637251" y="3019456"/>
                </a:lnTo>
                <a:cubicBezTo>
                  <a:pt x="6631805" y="3007538"/>
                  <a:pt x="6617648" y="2998870"/>
                  <a:pt x="6595867" y="2998870"/>
                </a:cubicBezTo>
                <a:close/>
                <a:moveTo>
                  <a:pt x="7161077" y="2997787"/>
                </a:moveTo>
                <a:cubicBezTo>
                  <a:pt x="7145831" y="2997787"/>
                  <a:pt x="7127317" y="3005371"/>
                  <a:pt x="7119694" y="3019456"/>
                </a:cubicBezTo>
                <a:lnTo>
                  <a:pt x="7119694" y="3001037"/>
                </a:lnTo>
                <a:lnTo>
                  <a:pt x="7088112" y="3001037"/>
                </a:lnTo>
                <a:lnTo>
                  <a:pt x="7088112" y="3140802"/>
                </a:lnTo>
                <a:lnTo>
                  <a:pt x="7088112" y="3141886"/>
                </a:lnTo>
                <a:lnTo>
                  <a:pt x="7120783" y="3141886"/>
                </a:lnTo>
                <a:lnTo>
                  <a:pt x="7120783" y="3058460"/>
                </a:lnTo>
                <a:cubicBezTo>
                  <a:pt x="7120783" y="3040041"/>
                  <a:pt x="7132763" y="3027040"/>
                  <a:pt x="7150187" y="3027040"/>
                </a:cubicBezTo>
                <a:cubicBezTo>
                  <a:pt x="7169790" y="3027040"/>
                  <a:pt x="7177413" y="3040041"/>
                  <a:pt x="7177413" y="3056293"/>
                </a:cubicBezTo>
                <a:lnTo>
                  <a:pt x="7177413" y="3141886"/>
                </a:lnTo>
                <a:lnTo>
                  <a:pt x="7210084" y="3141886"/>
                </a:lnTo>
                <a:lnTo>
                  <a:pt x="7210084" y="3058460"/>
                </a:lnTo>
                <a:cubicBezTo>
                  <a:pt x="7210084" y="3041125"/>
                  <a:pt x="7222064" y="3027040"/>
                  <a:pt x="7239488" y="3027040"/>
                </a:cubicBezTo>
                <a:cubicBezTo>
                  <a:pt x="7258002" y="3027040"/>
                  <a:pt x="7266714" y="3040041"/>
                  <a:pt x="7266714" y="3056293"/>
                </a:cubicBezTo>
                <a:lnTo>
                  <a:pt x="7266714" y="3141886"/>
                </a:lnTo>
                <a:lnTo>
                  <a:pt x="7299385" y="3141886"/>
                </a:lnTo>
                <a:lnTo>
                  <a:pt x="7299385" y="3050876"/>
                </a:lnTo>
                <a:cubicBezTo>
                  <a:pt x="7299385" y="3014039"/>
                  <a:pt x="7274337" y="2997787"/>
                  <a:pt x="7249289" y="2997787"/>
                </a:cubicBezTo>
                <a:cubicBezTo>
                  <a:pt x="7230776" y="2997787"/>
                  <a:pt x="7214440" y="3004288"/>
                  <a:pt x="7203550" y="3022706"/>
                </a:cubicBezTo>
                <a:cubicBezTo>
                  <a:pt x="7195926" y="3006455"/>
                  <a:pt x="7179591" y="2997787"/>
                  <a:pt x="7161077" y="2997787"/>
                </a:cubicBezTo>
                <a:close/>
                <a:moveTo>
                  <a:pt x="7989834" y="2996704"/>
                </a:moveTo>
                <a:cubicBezTo>
                  <a:pt x="7947362" y="2996704"/>
                  <a:pt x="7916869" y="3028124"/>
                  <a:pt x="7916869" y="3071462"/>
                </a:cubicBezTo>
                <a:cubicBezTo>
                  <a:pt x="7916869" y="3114800"/>
                  <a:pt x="7948451" y="3146220"/>
                  <a:pt x="7989834" y="3146220"/>
                </a:cubicBezTo>
                <a:cubicBezTo>
                  <a:pt x="8032307" y="3146220"/>
                  <a:pt x="8062800" y="3114800"/>
                  <a:pt x="8062800" y="3071462"/>
                </a:cubicBezTo>
                <a:cubicBezTo>
                  <a:pt x="8062800" y="3028124"/>
                  <a:pt x="8031218" y="2996704"/>
                  <a:pt x="7989834" y="2996704"/>
                </a:cubicBezTo>
                <a:close/>
                <a:moveTo>
                  <a:pt x="6920400" y="2996704"/>
                </a:moveTo>
                <a:cubicBezTo>
                  <a:pt x="6890996" y="2996704"/>
                  <a:pt x="6868126" y="3017289"/>
                  <a:pt x="6868126" y="3042209"/>
                </a:cubicBezTo>
                <a:cubicBezTo>
                  <a:pt x="6868126" y="3061711"/>
                  <a:pt x="6881194" y="3077963"/>
                  <a:pt x="6906242" y="3083380"/>
                </a:cubicBezTo>
                <a:lnTo>
                  <a:pt x="6926934" y="3087714"/>
                </a:lnTo>
                <a:cubicBezTo>
                  <a:pt x="6937824" y="3089881"/>
                  <a:pt x="6943269" y="3095298"/>
                  <a:pt x="6943269" y="3102882"/>
                </a:cubicBezTo>
                <a:cubicBezTo>
                  <a:pt x="6943269" y="3111549"/>
                  <a:pt x="6936735" y="3119134"/>
                  <a:pt x="6922578" y="3119134"/>
                </a:cubicBezTo>
                <a:cubicBezTo>
                  <a:pt x="6905153" y="3119134"/>
                  <a:pt x="6895352" y="3108299"/>
                  <a:pt x="6894263" y="3095298"/>
                </a:cubicBezTo>
                <a:lnTo>
                  <a:pt x="6864859" y="3102882"/>
                </a:lnTo>
                <a:cubicBezTo>
                  <a:pt x="6865948" y="3119134"/>
                  <a:pt x="6882284" y="3145136"/>
                  <a:pt x="6922578" y="3145136"/>
                </a:cubicBezTo>
                <a:cubicBezTo>
                  <a:pt x="6958516" y="3145136"/>
                  <a:pt x="6975941" y="3122384"/>
                  <a:pt x="6975941" y="3100715"/>
                </a:cubicBezTo>
                <a:cubicBezTo>
                  <a:pt x="6975941" y="3080129"/>
                  <a:pt x="6961783" y="3063878"/>
                  <a:pt x="6935646" y="3058461"/>
                </a:cubicBezTo>
                <a:lnTo>
                  <a:pt x="6913865" y="3054127"/>
                </a:lnTo>
                <a:cubicBezTo>
                  <a:pt x="6905153" y="3051960"/>
                  <a:pt x="6899708" y="3046543"/>
                  <a:pt x="6899708" y="3038958"/>
                </a:cubicBezTo>
                <a:cubicBezTo>
                  <a:pt x="6899708" y="3030291"/>
                  <a:pt x="6908420" y="3022707"/>
                  <a:pt x="6920400" y="3022707"/>
                </a:cubicBezTo>
                <a:cubicBezTo>
                  <a:pt x="6938914" y="3022707"/>
                  <a:pt x="6945448" y="3035708"/>
                  <a:pt x="6946537" y="3043292"/>
                </a:cubicBezTo>
                <a:lnTo>
                  <a:pt x="6974852" y="3035708"/>
                </a:lnTo>
                <a:cubicBezTo>
                  <a:pt x="6972673" y="3021623"/>
                  <a:pt x="6959605" y="2996704"/>
                  <a:pt x="6920400" y="2996704"/>
                </a:cubicBezTo>
                <a:close/>
                <a:moveTo>
                  <a:pt x="6773379" y="2996704"/>
                </a:moveTo>
                <a:cubicBezTo>
                  <a:pt x="6737441" y="2996704"/>
                  <a:pt x="6704770" y="3025957"/>
                  <a:pt x="6704770" y="3070378"/>
                </a:cubicBezTo>
                <a:cubicBezTo>
                  <a:pt x="6704770" y="3118050"/>
                  <a:pt x="6738530" y="3145136"/>
                  <a:pt x="6776646" y="3145136"/>
                </a:cubicBezTo>
                <a:cubicBezTo>
                  <a:pt x="6810407" y="3145136"/>
                  <a:pt x="6832187" y="3125634"/>
                  <a:pt x="6839811" y="3100715"/>
                </a:cubicBezTo>
                <a:lnTo>
                  <a:pt x="6810407" y="3092047"/>
                </a:lnTo>
                <a:cubicBezTo>
                  <a:pt x="6806051" y="3106132"/>
                  <a:pt x="6796249" y="3116967"/>
                  <a:pt x="6775558" y="3116967"/>
                </a:cubicBezTo>
                <a:cubicBezTo>
                  <a:pt x="6754866" y="3116967"/>
                  <a:pt x="6738530" y="3101798"/>
                  <a:pt x="6737441" y="3080129"/>
                </a:cubicBezTo>
                <a:lnTo>
                  <a:pt x="6840900" y="3080129"/>
                </a:lnTo>
                <a:cubicBezTo>
                  <a:pt x="6841989" y="3079046"/>
                  <a:pt x="6841989" y="3074712"/>
                  <a:pt x="6841989" y="3069295"/>
                </a:cubicBezTo>
                <a:cubicBezTo>
                  <a:pt x="6841989" y="3024874"/>
                  <a:pt x="6816941" y="2996704"/>
                  <a:pt x="6773379" y="2996704"/>
                </a:cubicBezTo>
                <a:close/>
                <a:moveTo>
                  <a:pt x="6319252" y="2996704"/>
                </a:moveTo>
                <a:cubicBezTo>
                  <a:pt x="6276779" y="2996704"/>
                  <a:pt x="6246286" y="3028124"/>
                  <a:pt x="6246286" y="3071462"/>
                </a:cubicBezTo>
                <a:cubicBezTo>
                  <a:pt x="6246286" y="3114800"/>
                  <a:pt x="6276779" y="3146220"/>
                  <a:pt x="6319252" y="3146220"/>
                </a:cubicBezTo>
                <a:cubicBezTo>
                  <a:pt x="6361724" y="3146220"/>
                  <a:pt x="6392217" y="3114800"/>
                  <a:pt x="6392217" y="3071462"/>
                </a:cubicBezTo>
                <a:cubicBezTo>
                  <a:pt x="6392217" y="3028124"/>
                  <a:pt x="6361724" y="2996704"/>
                  <a:pt x="6319252" y="2996704"/>
                </a:cubicBezTo>
                <a:close/>
                <a:moveTo>
                  <a:pt x="7699061" y="2988036"/>
                </a:moveTo>
                <a:lnTo>
                  <a:pt x="7683815" y="3006455"/>
                </a:lnTo>
                <a:cubicBezTo>
                  <a:pt x="7672924" y="2999954"/>
                  <a:pt x="7660945" y="2996704"/>
                  <a:pt x="7646788" y="2997787"/>
                </a:cubicBezTo>
                <a:cubicBezTo>
                  <a:pt x="7604315" y="2997787"/>
                  <a:pt x="7573822" y="3029207"/>
                  <a:pt x="7573822" y="3072545"/>
                </a:cubicBezTo>
                <a:cubicBezTo>
                  <a:pt x="7573822" y="3093130"/>
                  <a:pt x="7580356" y="3110466"/>
                  <a:pt x="7592336" y="3123467"/>
                </a:cubicBezTo>
                <a:lnTo>
                  <a:pt x="7578178" y="3141886"/>
                </a:lnTo>
                <a:lnTo>
                  <a:pt x="7596692" y="3155970"/>
                </a:lnTo>
                <a:lnTo>
                  <a:pt x="7610849" y="3137552"/>
                </a:lnTo>
                <a:cubicBezTo>
                  <a:pt x="7620651" y="3142969"/>
                  <a:pt x="7632630" y="3146219"/>
                  <a:pt x="7646788" y="3146219"/>
                </a:cubicBezTo>
                <a:cubicBezTo>
                  <a:pt x="7689260" y="3146219"/>
                  <a:pt x="7719753" y="3114799"/>
                  <a:pt x="7719753" y="3071461"/>
                </a:cubicBezTo>
                <a:cubicBezTo>
                  <a:pt x="7719753" y="3051959"/>
                  <a:pt x="7712130" y="3034624"/>
                  <a:pt x="7701240" y="3021623"/>
                </a:cubicBezTo>
                <a:lnTo>
                  <a:pt x="7716486" y="3003204"/>
                </a:lnTo>
                <a:close/>
                <a:moveTo>
                  <a:pt x="6036102" y="2937114"/>
                </a:moveTo>
                <a:lnTo>
                  <a:pt x="6036102" y="3140802"/>
                </a:lnTo>
                <a:lnTo>
                  <a:pt x="6070951" y="3140802"/>
                </a:lnTo>
                <a:lnTo>
                  <a:pt x="6070951" y="2985869"/>
                </a:lnTo>
                <a:lnTo>
                  <a:pt x="6172232" y="3140802"/>
                </a:lnTo>
                <a:lnTo>
                  <a:pt x="6208170" y="3140802"/>
                </a:lnTo>
                <a:lnTo>
                  <a:pt x="6208170" y="2937114"/>
                </a:lnTo>
                <a:lnTo>
                  <a:pt x="6173321" y="2937114"/>
                </a:lnTo>
                <a:lnTo>
                  <a:pt x="6173321" y="3081213"/>
                </a:lnTo>
                <a:lnTo>
                  <a:pt x="6080753" y="2937114"/>
                </a:lnTo>
                <a:close/>
                <a:moveTo>
                  <a:pt x="7424624" y="2932780"/>
                </a:moveTo>
                <a:lnTo>
                  <a:pt x="7424624" y="3140802"/>
                </a:lnTo>
                <a:lnTo>
                  <a:pt x="7457295" y="3140802"/>
                </a:lnTo>
                <a:lnTo>
                  <a:pt x="7457295" y="2932780"/>
                </a:lnTo>
                <a:close/>
                <a:moveTo>
                  <a:pt x="7360371" y="2930613"/>
                </a:moveTo>
                <a:cubicBezTo>
                  <a:pt x="7348391" y="2930613"/>
                  <a:pt x="7338590" y="2940364"/>
                  <a:pt x="7338590" y="2952282"/>
                </a:cubicBezTo>
                <a:cubicBezTo>
                  <a:pt x="7338590" y="2964200"/>
                  <a:pt x="7348391" y="2973951"/>
                  <a:pt x="7360371" y="2973951"/>
                </a:cubicBezTo>
                <a:cubicBezTo>
                  <a:pt x="7372350" y="2973951"/>
                  <a:pt x="7382152" y="2964200"/>
                  <a:pt x="7382152" y="2952282"/>
                </a:cubicBezTo>
                <a:cubicBezTo>
                  <a:pt x="7382152" y="2940364"/>
                  <a:pt x="7372350" y="2930613"/>
                  <a:pt x="7360371" y="2930613"/>
                </a:cubicBezTo>
                <a:close/>
                <a:moveTo>
                  <a:pt x="7520460" y="2929530"/>
                </a:moveTo>
                <a:cubicBezTo>
                  <a:pt x="7509569" y="2929530"/>
                  <a:pt x="7499768" y="2939281"/>
                  <a:pt x="7498679" y="2951199"/>
                </a:cubicBezTo>
                <a:cubicBezTo>
                  <a:pt x="7498679" y="2963117"/>
                  <a:pt x="7508480" y="2972868"/>
                  <a:pt x="7520460" y="2972868"/>
                </a:cubicBezTo>
                <a:cubicBezTo>
                  <a:pt x="7532439" y="2972868"/>
                  <a:pt x="7542240" y="2963117"/>
                  <a:pt x="7542240" y="2951199"/>
                </a:cubicBezTo>
                <a:cubicBezTo>
                  <a:pt x="7542240" y="2939281"/>
                  <a:pt x="7532439" y="2929530"/>
                  <a:pt x="7520460" y="2929530"/>
                </a:cubicBezTo>
                <a:close/>
                <a:moveTo>
                  <a:pt x="4512540" y="2715007"/>
                </a:moveTo>
                <a:cubicBezTo>
                  <a:pt x="4498382" y="2715007"/>
                  <a:pt x="4486403" y="2726925"/>
                  <a:pt x="4486403" y="2741010"/>
                </a:cubicBezTo>
                <a:lnTo>
                  <a:pt x="4486403" y="3159221"/>
                </a:lnTo>
                <a:lnTo>
                  <a:pt x="4066034" y="3159221"/>
                </a:lnTo>
                <a:cubicBezTo>
                  <a:pt x="4051877" y="3159221"/>
                  <a:pt x="4039897" y="3171139"/>
                  <a:pt x="4039897" y="3185224"/>
                </a:cubicBezTo>
                <a:lnTo>
                  <a:pt x="4039897" y="3677110"/>
                </a:lnTo>
                <a:lnTo>
                  <a:pt x="4108507" y="3677110"/>
                </a:lnTo>
                <a:lnTo>
                  <a:pt x="4108507" y="3227478"/>
                </a:lnTo>
                <a:lnTo>
                  <a:pt x="4486403" y="3227478"/>
                </a:lnTo>
                <a:lnTo>
                  <a:pt x="4486403" y="3353158"/>
                </a:lnTo>
                <a:lnTo>
                  <a:pt x="4555012" y="3353158"/>
                </a:lnTo>
                <a:lnTo>
                  <a:pt x="4555012" y="3226395"/>
                </a:lnTo>
                <a:lnTo>
                  <a:pt x="4682430" y="3226395"/>
                </a:lnTo>
                <a:lnTo>
                  <a:pt x="4682430" y="3158138"/>
                </a:lnTo>
                <a:lnTo>
                  <a:pt x="4555012" y="3158138"/>
                </a:lnTo>
                <a:lnTo>
                  <a:pt x="4555012" y="2783265"/>
                </a:lnTo>
                <a:lnTo>
                  <a:pt x="5211702" y="2783265"/>
                </a:lnTo>
                <a:lnTo>
                  <a:pt x="5211702" y="2715007"/>
                </a:lnTo>
                <a:close/>
                <a:moveTo>
                  <a:pt x="5365257" y="2711757"/>
                </a:moveTo>
                <a:lnTo>
                  <a:pt x="5365257" y="2904611"/>
                </a:lnTo>
                <a:cubicBezTo>
                  <a:pt x="5365257" y="2983703"/>
                  <a:pt x="5413173" y="3033541"/>
                  <a:pt x="5491584" y="3033541"/>
                </a:cubicBezTo>
                <a:cubicBezTo>
                  <a:pt x="5571084" y="3033541"/>
                  <a:pt x="5617914" y="2985869"/>
                  <a:pt x="5617914" y="2904611"/>
                </a:cubicBezTo>
                <a:lnTo>
                  <a:pt x="5617914" y="2711757"/>
                </a:lnTo>
                <a:lnTo>
                  <a:pt x="5547126" y="2711757"/>
                </a:lnTo>
                <a:lnTo>
                  <a:pt x="5547126" y="2903527"/>
                </a:lnTo>
                <a:cubicBezTo>
                  <a:pt x="5547126" y="2932780"/>
                  <a:pt x="5537325" y="2967451"/>
                  <a:pt x="5491584" y="2967451"/>
                </a:cubicBezTo>
                <a:cubicBezTo>
                  <a:pt x="5445845" y="2967451"/>
                  <a:pt x="5436043" y="2932780"/>
                  <a:pt x="5436043" y="2903527"/>
                </a:cubicBezTo>
                <a:lnTo>
                  <a:pt x="5436043" y="271175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54575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(engelsk) - mørk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ssholder for bilde 42">
            <a:extLst>
              <a:ext uri="{FF2B5EF4-FFF2-40B4-BE49-F238E27FC236}">
                <a16:creationId xmlns:a16="http://schemas.microsoft.com/office/drawing/2014/main" id="{5554F0E2-38E7-7214-E646-D79F8E8636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4133693 w 12192000"/>
              <a:gd name="connsiteY0" fmla="*/ 3804273 h 6858000"/>
              <a:gd name="connsiteX1" fmla="*/ 4133693 w 12192000"/>
              <a:gd name="connsiteY1" fmla="*/ 4119360 h 6858000"/>
              <a:gd name="connsiteX2" fmla="*/ 4203347 w 12192000"/>
              <a:gd name="connsiteY2" fmla="*/ 4119360 h 6858000"/>
              <a:gd name="connsiteX3" fmla="*/ 4203347 w 12192000"/>
              <a:gd name="connsiteY3" fmla="*/ 3933123 h 6858000"/>
              <a:gd name="connsiteX4" fmla="*/ 4320890 w 12192000"/>
              <a:gd name="connsiteY4" fmla="*/ 4119360 h 6858000"/>
              <a:gd name="connsiteX5" fmla="*/ 4389457 w 12192000"/>
              <a:gd name="connsiteY5" fmla="*/ 4119360 h 6858000"/>
              <a:gd name="connsiteX6" fmla="*/ 4389457 w 12192000"/>
              <a:gd name="connsiteY6" fmla="*/ 3804273 h 6858000"/>
              <a:gd name="connsiteX7" fmla="*/ 4320890 w 12192000"/>
              <a:gd name="connsiteY7" fmla="*/ 3804273 h 6858000"/>
              <a:gd name="connsiteX8" fmla="*/ 4320890 w 12192000"/>
              <a:gd name="connsiteY8" fmla="*/ 3987261 h 6858000"/>
              <a:gd name="connsiteX9" fmla="*/ 4204435 w 12192000"/>
              <a:gd name="connsiteY9" fmla="*/ 3804273 h 6858000"/>
              <a:gd name="connsiteX10" fmla="*/ 7854786 w 12192000"/>
              <a:gd name="connsiteY10" fmla="*/ 3796695 h 6858000"/>
              <a:gd name="connsiteX11" fmla="*/ 7889613 w 12192000"/>
              <a:gd name="connsiteY11" fmla="*/ 3828096 h 6858000"/>
              <a:gd name="connsiteX12" fmla="*/ 7819958 w 12192000"/>
              <a:gd name="connsiteY12" fmla="*/ 3828096 h 6858000"/>
              <a:gd name="connsiteX13" fmla="*/ 7854786 w 12192000"/>
              <a:gd name="connsiteY13" fmla="*/ 3796695 h 6858000"/>
              <a:gd name="connsiteX14" fmla="*/ 7365024 w 12192000"/>
              <a:gd name="connsiteY14" fmla="*/ 3796695 h 6858000"/>
              <a:gd name="connsiteX15" fmla="*/ 7399851 w 12192000"/>
              <a:gd name="connsiteY15" fmla="*/ 3828096 h 6858000"/>
              <a:gd name="connsiteX16" fmla="*/ 7330196 w 12192000"/>
              <a:gd name="connsiteY16" fmla="*/ 3828096 h 6858000"/>
              <a:gd name="connsiteX17" fmla="*/ 7365024 w 12192000"/>
              <a:gd name="connsiteY17" fmla="*/ 3796695 h 6858000"/>
              <a:gd name="connsiteX18" fmla="*/ 6713100 w 12192000"/>
              <a:gd name="connsiteY18" fmla="*/ 3796695 h 6858000"/>
              <a:gd name="connsiteX19" fmla="*/ 6747927 w 12192000"/>
              <a:gd name="connsiteY19" fmla="*/ 3828096 h 6858000"/>
              <a:gd name="connsiteX20" fmla="*/ 6678272 w 12192000"/>
              <a:gd name="connsiteY20" fmla="*/ 3828096 h 6858000"/>
              <a:gd name="connsiteX21" fmla="*/ 6713100 w 12192000"/>
              <a:gd name="connsiteY21" fmla="*/ 3796695 h 6858000"/>
              <a:gd name="connsiteX22" fmla="*/ 7227892 w 12192000"/>
              <a:gd name="connsiteY22" fmla="*/ 3772872 h 6858000"/>
              <a:gd name="connsiteX23" fmla="*/ 7227892 w 12192000"/>
              <a:gd name="connsiteY23" fmla="*/ 3912552 h 6858000"/>
              <a:gd name="connsiteX24" fmla="*/ 7261632 w 12192000"/>
              <a:gd name="connsiteY24" fmla="*/ 3912552 h 6858000"/>
              <a:gd name="connsiteX25" fmla="*/ 7261632 w 12192000"/>
              <a:gd name="connsiteY25" fmla="*/ 3772872 h 6858000"/>
              <a:gd name="connsiteX26" fmla="*/ 6475838 w 12192000"/>
              <a:gd name="connsiteY26" fmla="*/ 3772872 h 6858000"/>
              <a:gd name="connsiteX27" fmla="*/ 6475838 w 12192000"/>
              <a:gd name="connsiteY27" fmla="*/ 3912552 h 6858000"/>
              <a:gd name="connsiteX28" fmla="*/ 6509578 w 12192000"/>
              <a:gd name="connsiteY28" fmla="*/ 3912552 h 6858000"/>
              <a:gd name="connsiteX29" fmla="*/ 6509578 w 12192000"/>
              <a:gd name="connsiteY29" fmla="*/ 3772872 h 6858000"/>
              <a:gd name="connsiteX30" fmla="*/ 8002802 w 12192000"/>
              <a:gd name="connsiteY30" fmla="*/ 3768542 h 6858000"/>
              <a:gd name="connsiteX31" fmla="*/ 7950560 w 12192000"/>
              <a:gd name="connsiteY31" fmla="*/ 3814019 h 6858000"/>
              <a:gd name="connsiteX32" fmla="*/ 7988654 w 12192000"/>
              <a:gd name="connsiteY32" fmla="*/ 3855163 h 6858000"/>
              <a:gd name="connsiteX33" fmla="*/ 8009331 w 12192000"/>
              <a:gd name="connsiteY33" fmla="*/ 3859494 h 6858000"/>
              <a:gd name="connsiteX34" fmla="*/ 8025656 w 12192000"/>
              <a:gd name="connsiteY34" fmla="*/ 3874653 h 6858000"/>
              <a:gd name="connsiteX35" fmla="*/ 8004979 w 12192000"/>
              <a:gd name="connsiteY35" fmla="*/ 3890895 h 6858000"/>
              <a:gd name="connsiteX36" fmla="*/ 7976681 w 12192000"/>
              <a:gd name="connsiteY36" fmla="*/ 3867075 h 6858000"/>
              <a:gd name="connsiteX37" fmla="*/ 7947295 w 12192000"/>
              <a:gd name="connsiteY37" fmla="*/ 3873570 h 6858000"/>
              <a:gd name="connsiteX38" fmla="*/ 8004979 w 12192000"/>
              <a:gd name="connsiteY38" fmla="*/ 3915800 h 6858000"/>
              <a:gd name="connsiteX39" fmla="*/ 8058309 w 12192000"/>
              <a:gd name="connsiteY39" fmla="*/ 3871405 h 6858000"/>
              <a:gd name="connsiteX40" fmla="*/ 8018040 w 12192000"/>
              <a:gd name="connsiteY40" fmla="*/ 3829178 h 6858000"/>
              <a:gd name="connsiteX41" fmla="*/ 7996270 w 12192000"/>
              <a:gd name="connsiteY41" fmla="*/ 3824845 h 6858000"/>
              <a:gd name="connsiteX42" fmla="*/ 7982123 w 12192000"/>
              <a:gd name="connsiteY42" fmla="*/ 3810769 h 6858000"/>
              <a:gd name="connsiteX43" fmla="*/ 8002802 w 12192000"/>
              <a:gd name="connsiteY43" fmla="*/ 3794530 h 6858000"/>
              <a:gd name="connsiteX44" fmla="*/ 8028923 w 12192000"/>
              <a:gd name="connsiteY44" fmla="*/ 3815102 h 6858000"/>
              <a:gd name="connsiteX45" fmla="*/ 8057219 w 12192000"/>
              <a:gd name="connsiteY45" fmla="*/ 3807521 h 6858000"/>
              <a:gd name="connsiteX46" fmla="*/ 8002802 w 12192000"/>
              <a:gd name="connsiteY46" fmla="*/ 3768542 h 6858000"/>
              <a:gd name="connsiteX47" fmla="*/ 7855875 w 12192000"/>
              <a:gd name="connsiteY47" fmla="*/ 3768542 h 6858000"/>
              <a:gd name="connsiteX48" fmla="*/ 7787308 w 12192000"/>
              <a:gd name="connsiteY48" fmla="*/ 3842170 h 6858000"/>
              <a:gd name="connsiteX49" fmla="*/ 7859140 w 12192000"/>
              <a:gd name="connsiteY49" fmla="*/ 3916883 h 6858000"/>
              <a:gd name="connsiteX50" fmla="*/ 7922263 w 12192000"/>
              <a:gd name="connsiteY50" fmla="*/ 3872488 h 6858000"/>
              <a:gd name="connsiteX51" fmla="*/ 7892877 w 12192000"/>
              <a:gd name="connsiteY51" fmla="*/ 3863827 h 6858000"/>
              <a:gd name="connsiteX52" fmla="*/ 7858050 w 12192000"/>
              <a:gd name="connsiteY52" fmla="*/ 3888730 h 6858000"/>
              <a:gd name="connsiteX53" fmla="*/ 7819958 w 12192000"/>
              <a:gd name="connsiteY53" fmla="*/ 3851916 h 6858000"/>
              <a:gd name="connsiteX54" fmla="*/ 7923353 w 12192000"/>
              <a:gd name="connsiteY54" fmla="*/ 3851916 h 6858000"/>
              <a:gd name="connsiteX55" fmla="*/ 7924440 w 12192000"/>
              <a:gd name="connsiteY55" fmla="*/ 3841087 h 6858000"/>
              <a:gd name="connsiteX56" fmla="*/ 7855875 w 12192000"/>
              <a:gd name="connsiteY56" fmla="*/ 3768542 h 6858000"/>
              <a:gd name="connsiteX57" fmla="*/ 7700239 w 12192000"/>
              <a:gd name="connsiteY57" fmla="*/ 3768542 h 6858000"/>
              <a:gd name="connsiteX58" fmla="*/ 7628407 w 12192000"/>
              <a:gd name="connsiteY58" fmla="*/ 3843252 h 6858000"/>
              <a:gd name="connsiteX59" fmla="*/ 7701326 w 12192000"/>
              <a:gd name="connsiteY59" fmla="*/ 3917965 h 6858000"/>
              <a:gd name="connsiteX60" fmla="*/ 7765539 w 12192000"/>
              <a:gd name="connsiteY60" fmla="*/ 3872488 h 6858000"/>
              <a:gd name="connsiteX61" fmla="*/ 7736154 w 12192000"/>
              <a:gd name="connsiteY61" fmla="*/ 3861659 h 6858000"/>
              <a:gd name="connsiteX62" fmla="*/ 7701326 w 12192000"/>
              <a:gd name="connsiteY62" fmla="*/ 3887647 h 6858000"/>
              <a:gd name="connsiteX63" fmla="*/ 7662147 w 12192000"/>
              <a:gd name="connsiteY63" fmla="*/ 3843252 h 6858000"/>
              <a:gd name="connsiteX64" fmla="*/ 7700239 w 12192000"/>
              <a:gd name="connsiteY64" fmla="*/ 3798860 h 6858000"/>
              <a:gd name="connsiteX65" fmla="*/ 7733979 w 12192000"/>
              <a:gd name="connsiteY65" fmla="*/ 3824845 h 6858000"/>
              <a:gd name="connsiteX66" fmla="*/ 7764452 w 12192000"/>
              <a:gd name="connsiteY66" fmla="*/ 3814019 h 6858000"/>
              <a:gd name="connsiteX67" fmla="*/ 7700239 w 12192000"/>
              <a:gd name="connsiteY67" fmla="*/ 3768542 h 6858000"/>
              <a:gd name="connsiteX68" fmla="*/ 7543517 w 12192000"/>
              <a:gd name="connsiteY68" fmla="*/ 3768542 h 6858000"/>
              <a:gd name="connsiteX69" fmla="*/ 7502158 w 12192000"/>
              <a:gd name="connsiteY69" fmla="*/ 3791279 h 6858000"/>
              <a:gd name="connsiteX70" fmla="*/ 7502158 w 12192000"/>
              <a:gd name="connsiteY70" fmla="*/ 3772873 h 6858000"/>
              <a:gd name="connsiteX71" fmla="*/ 7469508 w 12192000"/>
              <a:gd name="connsiteY71" fmla="*/ 3772873 h 6858000"/>
              <a:gd name="connsiteX72" fmla="*/ 7469508 w 12192000"/>
              <a:gd name="connsiteY72" fmla="*/ 3912552 h 6858000"/>
              <a:gd name="connsiteX73" fmla="*/ 7502158 w 12192000"/>
              <a:gd name="connsiteY73" fmla="*/ 3912552 h 6858000"/>
              <a:gd name="connsiteX74" fmla="*/ 7502158 w 12192000"/>
              <a:gd name="connsiteY74" fmla="*/ 3832426 h 6858000"/>
              <a:gd name="connsiteX75" fmla="*/ 7531544 w 12192000"/>
              <a:gd name="connsiteY75" fmla="*/ 3798860 h 6858000"/>
              <a:gd name="connsiteX76" fmla="*/ 7560930 w 12192000"/>
              <a:gd name="connsiteY76" fmla="*/ 3830261 h 6858000"/>
              <a:gd name="connsiteX77" fmla="*/ 7560930 w 12192000"/>
              <a:gd name="connsiteY77" fmla="*/ 3912552 h 6858000"/>
              <a:gd name="connsiteX78" fmla="*/ 7594670 w 12192000"/>
              <a:gd name="connsiteY78" fmla="*/ 3912552 h 6858000"/>
              <a:gd name="connsiteX79" fmla="*/ 7594670 w 12192000"/>
              <a:gd name="connsiteY79" fmla="*/ 3823763 h 6858000"/>
              <a:gd name="connsiteX80" fmla="*/ 7543517 w 12192000"/>
              <a:gd name="connsiteY80" fmla="*/ 3768542 h 6858000"/>
              <a:gd name="connsiteX81" fmla="*/ 7366113 w 12192000"/>
              <a:gd name="connsiteY81" fmla="*/ 3768542 h 6858000"/>
              <a:gd name="connsiteX82" fmla="*/ 7297546 w 12192000"/>
              <a:gd name="connsiteY82" fmla="*/ 3842170 h 6858000"/>
              <a:gd name="connsiteX83" fmla="*/ 7369378 w 12192000"/>
              <a:gd name="connsiteY83" fmla="*/ 3916883 h 6858000"/>
              <a:gd name="connsiteX84" fmla="*/ 7432501 w 12192000"/>
              <a:gd name="connsiteY84" fmla="*/ 3872488 h 6858000"/>
              <a:gd name="connsiteX85" fmla="*/ 7403115 w 12192000"/>
              <a:gd name="connsiteY85" fmla="*/ 3863827 h 6858000"/>
              <a:gd name="connsiteX86" fmla="*/ 7368288 w 12192000"/>
              <a:gd name="connsiteY86" fmla="*/ 3888730 h 6858000"/>
              <a:gd name="connsiteX87" fmla="*/ 7330196 w 12192000"/>
              <a:gd name="connsiteY87" fmla="*/ 3851916 h 6858000"/>
              <a:gd name="connsiteX88" fmla="*/ 7433591 w 12192000"/>
              <a:gd name="connsiteY88" fmla="*/ 3851916 h 6858000"/>
              <a:gd name="connsiteX89" fmla="*/ 7434678 w 12192000"/>
              <a:gd name="connsiteY89" fmla="*/ 3841087 h 6858000"/>
              <a:gd name="connsiteX90" fmla="*/ 7366113 w 12192000"/>
              <a:gd name="connsiteY90" fmla="*/ 3768542 h 6858000"/>
              <a:gd name="connsiteX91" fmla="*/ 7128851 w 12192000"/>
              <a:gd name="connsiteY91" fmla="*/ 3768542 h 6858000"/>
              <a:gd name="connsiteX92" fmla="*/ 7057019 w 12192000"/>
              <a:gd name="connsiteY92" fmla="*/ 3843252 h 6858000"/>
              <a:gd name="connsiteX93" fmla="*/ 7129938 w 12192000"/>
              <a:gd name="connsiteY93" fmla="*/ 3917965 h 6858000"/>
              <a:gd name="connsiteX94" fmla="*/ 7194151 w 12192000"/>
              <a:gd name="connsiteY94" fmla="*/ 3872488 h 6858000"/>
              <a:gd name="connsiteX95" fmla="*/ 7164766 w 12192000"/>
              <a:gd name="connsiteY95" fmla="*/ 3861659 h 6858000"/>
              <a:gd name="connsiteX96" fmla="*/ 7129938 w 12192000"/>
              <a:gd name="connsiteY96" fmla="*/ 3887647 h 6858000"/>
              <a:gd name="connsiteX97" fmla="*/ 7090759 w 12192000"/>
              <a:gd name="connsiteY97" fmla="*/ 3843252 h 6858000"/>
              <a:gd name="connsiteX98" fmla="*/ 7128851 w 12192000"/>
              <a:gd name="connsiteY98" fmla="*/ 3798860 h 6858000"/>
              <a:gd name="connsiteX99" fmla="*/ 7162591 w 12192000"/>
              <a:gd name="connsiteY99" fmla="*/ 3824845 h 6858000"/>
              <a:gd name="connsiteX100" fmla="*/ 7193064 w 12192000"/>
              <a:gd name="connsiteY100" fmla="*/ 3814019 h 6858000"/>
              <a:gd name="connsiteX101" fmla="*/ 7128851 w 12192000"/>
              <a:gd name="connsiteY101" fmla="*/ 3768542 h 6858000"/>
              <a:gd name="connsiteX102" fmla="*/ 6714189 w 12192000"/>
              <a:gd name="connsiteY102" fmla="*/ 3768542 h 6858000"/>
              <a:gd name="connsiteX103" fmla="*/ 6645622 w 12192000"/>
              <a:gd name="connsiteY103" fmla="*/ 3842170 h 6858000"/>
              <a:gd name="connsiteX104" fmla="*/ 6717454 w 12192000"/>
              <a:gd name="connsiteY104" fmla="*/ 3916883 h 6858000"/>
              <a:gd name="connsiteX105" fmla="*/ 6780579 w 12192000"/>
              <a:gd name="connsiteY105" fmla="*/ 3872488 h 6858000"/>
              <a:gd name="connsiteX106" fmla="*/ 6751194 w 12192000"/>
              <a:gd name="connsiteY106" fmla="*/ 3863827 h 6858000"/>
              <a:gd name="connsiteX107" fmla="*/ 6716367 w 12192000"/>
              <a:gd name="connsiteY107" fmla="*/ 3888730 h 6858000"/>
              <a:gd name="connsiteX108" fmla="*/ 6678272 w 12192000"/>
              <a:gd name="connsiteY108" fmla="*/ 3851916 h 6858000"/>
              <a:gd name="connsiteX109" fmla="*/ 6781667 w 12192000"/>
              <a:gd name="connsiteY109" fmla="*/ 3851916 h 6858000"/>
              <a:gd name="connsiteX110" fmla="*/ 6782754 w 12192000"/>
              <a:gd name="connsiteY110" fmla="*/ 3841087 h 6858000"/>
              <a:gd name="connsiteX111" fmla="*/ 6714189 w 12192000"/>
              <a:gd name="connsiteY111" fmla="*/ 3768542 h 6858000"/>
              <a:gd name="connsiteX112" fmla="*/ 6314761 w 12192000"/>
              <a:gd name="connsiteY112" fmla="*/ 3708988 h 6858000"/>
              <a:gd name="connsiteX113" fmla="*/ 6314761 w 12192000"/>
              <a:gd name="connsiteY113" fmla="*/ 3912549 h 6858000"/>
              <a:gd name="connsiteX114" fmla="*/ 6443187 w 12192000"/>
              <a:gd name="connsiteY114" fmla="*/ 3912549 h 6858000"/>
              <a:gd name="connsiteX115" fmla="*/ 6443187 w 12192000"/>
              <a:gd name="connsiteY115" fmla="*/ 3880066 h 6858000"/>
              <a:gd name="connsiteX116" fmla="*/ 6349589 w 12192000"/>
              <a:gd name="connsiteY116" fmla="*/ 3880066 h 6858000"/>
              <a:gd name="connsiteX117" fmla="*/ 6349589 w 12192000"/>
              <a:gd name="connsiteY117" fmla="*/ 3708988 h 6858000"/>
              <a:gd name="connsiteX118" fmla="*/ 6957981 w 12192000"/>
              <a:gd name="connsiteY118" fmla="*/ 3704658 h 6858000"/>
              <a:gd name="connsiteX119" fmla="*/ 6888326 w 12192000"/>
              <a:gd name="connsiteY119" fmla="*/ 3767460 h 6858000"/>
              <a:gd name="connsiteX120" fmla="*/ 6940566 w 12192000"/>
              <a:gd name="connsiteY120" fmla="*/ 3824846 h 6858000"/>
              <a:gd name="connsiteX121" fmla="*/ 6969952 w 12192000"/>
              <a:gd name="connsiteY121" fmla="*/ 3831344 h 6858000"/>
              <a:gd name="connsiteX122" fmla="*/ 6997162 w 12192000"/>
              <a:gd name="connsiteY122" fmla="*/ 3858412 h 6858000"/>
              <a:gd name="connsiteX123" fmla="*/ 6960158 w 12192000"/>
              <a:gd name="connsiteY123" fmla="*/ 3886564 h 6858000"/>
              <a:gd name="connsiteX124" fmla="*/ 6913357 w 12192000"/>
              <a:gd name="connsiteY124" fmla="*/ 3845418 h 6858000"/>
              <a:gd name="connsiteX125" fmla="*/ 6880707 w 12192000"/>
              <a:gd name="connsiteY125" fmla="*/ 3854081 h 6858000"/>
              <a:gd name="connsiteX126" fmla="*/ 6960158 w 12192000"/>
              <a:gd name="connsiteY126" fmla="*/ 3916883 h 6858000"/>
              <a:gd name="connsiteX127" fmla="*/ 7033077 w 12192000"/>
              <a:gd name="connsiteY127" fmla="*/ 3855164 h 6858000"/>
              <a:gd name="connsiteX128" fmla="*/ 6977570 w 12192000"/>
              <a:gd name="connsiteY128" fmla="*/ 3796695 h 6858000"/>
              <a:gd name="connsiteX129" fmla="*/ 6948185 w 12192000"/>
              <a:gd name="connsiteY129" fmla="*/ 3790197 h 6858000"/>
              <a:gd name="connsiteX130" fmla="*/ 6924241 w 12192000"/>
              <a:gd name="connsiteY130" fmla="*/ 3764212 h 6858000"/>
              <a:gd name="connsiteX131" fmla="*/ 6959068 w 12192000"/>
              <a:gd name="connsiteY131" fmla="*/ 3734976 h 6858000"/>
              <a:gd name="connsiteX132" fmla="*/ 6999337 w 12192000"/>
              <a:gd name="connsiteY132" fmla="*/ 3766377 h 6858000"/>
              <a:gd name="connsiteX133" fmla="*/ 7029813 w 12192000"/>
              <a:gd name="connsiteY133" fmla="*/ 3756631 h 6858000"/>
              <a:gd name="connsiteX134" fmla="*/ 6957981 w 12192000"/>
              <a:gd name="connsiteY134" fmla="*/ 3704658 h 6858000"/>
              <a:gd name="connsiteX135" fmla="*/ 6612973 w 12192000"/>
              <a:gd name="connsiteY135" fmla="*/ 3703575 h 6858000"/>
              <a:gd name="connsiteX136" fmla="*/ 6563995 w 12192000"/>
              <a:gd name="connsiteY136" fmla="*/ 3753383 h 6858000"/>
              <a:gd name="connsiteX137" fmla="*/ 6563995 w 12192000"/>
              <a:gd name="connsiteY137" fmla="*/ 3772872 h 6858000"/>
              <a:gd name="connsiteX138" fmla="*/ 6538963 w 12192000"/>
              <a:gd name="connsiteY138" fmla="*/ 3772872 h 6858000"/>
              <a:gd name="connsiteX139" fmla="*/ 6538963 w 12192000"/>
              <a:gd name="connsiteY139" fmla="*/ 3802108 h 6858000"/>
              <a:gd name="connsiteX140" fmla="*/ 6563995 w 12192000"/>
              <a:gd name="connsiteY140" fmla="*/ 3802108 h 6858000"/>
              <a:gd name="connsiteX141" fmla="*/ 6563995 w 12192000"/>
              <a:gd name="connsiteY141" fmla="*/ 3912549 h 6858000"/>
              <a:gd name="connsiteX142" fmla="*/ 6597735 w 12192000"/>
              <a:gd name="connsiteY142" fmla="*/ 3912549 h 6858000"/>
              <a:gd name="connsiteX143" fmla="*/ 6597735 w 12192000"/>
              <a:gd name="connsiteY143" fmla="*/ 3802108 h 6858000"/>
              <a:gd name="connsiteX144" fmla="*/ 6630385 w 12192000"/>
              <a:gd name="connsiteY144" fmla="*/ 3802108 h 6858000"/>
              <a:gd name="connsiteX145" fmla="*/ 6630385 w 12192000"/>
              <a:gd name="connsiteY145" fmla="*/ 3772872 h 6858000"/>
              <a:gd name="connsiteX146" fmla="*/ 6597735 w 12192000"/>
              <a:gd name="connsiteY146" fmla="*/ 3772872 h 6858000"/>
              <a:gd name="connsiteX147" fmla="*/ 6597735 w 12192000"/>
              <a:gd name="connsiteY147" fmla="*/ 3754465 h 6858000"/>
              <a:gd name="connsiteX148" fmla="*/ 6618414 w 12192000"/>
              <a:gd name="connsiteY148" fmla="*/ 3733893 h 6858000"/>
              <a:gd name="connsiteX149" fmla="*/ 6630385 w 12192000"/>
              <a:gd name="connsiteY149" fmla="*/ 3734976 h 6858000"/>
              <a:gd name="connsiteX150" fmla="*/ 6630385 w 12192000"/>
              <a:gd name="connsiteY150" fmla="*/ 3706823 h 6858000"/>
              <a:gd name="connsiteX151" fmla="*/ 6612973 w 12192000"/>
              <a:gd name="connsiteY151" fmla="*/ 3703575 h 6858000"/>
              <a:gd name="connsiteX152" fmla="*/ 7244217 w 12192000"/>
              <a:gd name="connsiteY152" fmla="*/ 3701410 h 6858000"/>
              <a:gd name="connsiteX153" fmla="*/ 7222450 w 12192000"/>
              <a:gd name="connsiteY153" fmla="*/ 3723065 h 6858000"/>
              <a:gd name="connsiteX154" fmla="*/ 7244217 w 12192000"/>
              <a:gd name="connsiteY154" fmla="*/ 3744722 h 6858000"/>
              <a:gd name="connsiteX155" fmla="*/ 7265984 w 12192000"/>
              <a:gd name="connsiteY155" fmla="*/ 3723065 h 6858000"/>
              <a:gd name="connsiteX156" fmla="*/ 7244217 w 12192000"/>
              <a:gd name="connsiteY156" fmla="*/ 3701410 h 6858000"/>
              <a:gd name="connsiteX157" fmla="*/ 6492163 w 12192000"/>
              <a:gd name="connsiteY157" fmla="*/ 3701410 h 6858000"/>
              <a:gd name="connsiteX158" fmla="*/ 6470396 w 12192000"/>
              <a:gd name="connsiteY158" fmla="*/ 3723065 h 6858000"/>
              <a:gd name="connsiteX159" fmla="*/ 6492163 w 12192000"/>
              <a:gd name="connsiteY159" fmla="*/ 3744722 h 6858000"/>
              <a:gd name="connsiteX160" fmla="*/ 6513930 w 12192000"/>
              <a:gd name="connsiteY160" fmla="*/ 3723065 h 6858000"/>
              <a:gd name="connsiteX161" fmla="*/ 6492163 w 12192000"/>
              <a:gd name="connsiteY161" fmla="*/ 3701410 h 6858000"/>
              <a:gd name="connsiteX162" fmla="*/ 4644132 w 12192000"/>
              <a:gd name="connsiteY162" fmla="*/ 3481608 h 6858000"/>
              <a:gd name="connsiteX163" fmla="*/ 4644132 w 12192000"/>
              <a:gd name="connsiteY163" fmla="*/ 3796694 h 6858000"/>
              <a:gd name="connsiteX164" fmla="*/ 4713787 w 12192000"/>
              <a:gd name="connsiteY164" fmla="*/ 3796694 h 6858000"/>
              <a:gd name="connsiteX165" fmla="*/ 4713787 w 12192000"/>
              <a:gd name="connsiteY165" fmla="*/ 3618036 h 6858000"/>
              <a:gd name="connsiteX166" fmla="*/ 4778000 w 12192000"/>
              <a:gd name="connsiteY166" fmla="*/ 3792362 h 6858000"/>
              <a:gd name="connsiteX167" fmla="*/ 4829154 w 12192000"/>
              <a:gd name="connsiteY167" fmla="*/ 3792362 h 6858000"/>
              <a:gd name="connsiteX168" fmla="*/ 4893366 w 12192000"/>
              <a:gd name="connsiteY168" fmla="*/ 3620202 h 6858000"/>
              <a:gd name="connsiteX169" fmla="*/ 4893366 w 12192000"/>
              <a:gd name="connsiteY169" fmla="*/ 3796694 h 6858000"/>
              <a:gd name="connsiteX170" fmla="*/ 4961933 w 12192000"/>
              <a:gd name="connsiteY170" fmla="*/ 3796694 h 6858000"/>
              <a:gd name="connsiteX171" fmla="*/ 4961933 w 12192000"/>
              <a:gd name="connsiteY171" fmla="*/ 3481608 h 6858000"/>
              <a:gd name="connsiteX172" fmla="*/ 4878128 w 12192000"/>
              <a:gd name="connsiteY172" fmla="*/ 3481608 h 6858000"/>
              <a:gd name="connsiteX173" fmla="*/ 4804121 w 12192000"/>
              <a:gd name="connsiteY173" fmla="*/ 3679755 h 6858000"/>
              <a:gd name="connsiteX174" fmla="*/ 4731200 w 12192000"/>
              <a:gd name="connsiteY174" fmla="*/ 3481608 h 6858000"/>
              <a:gd name="connsiteX175" fmla="*/ 7813428 w 12192000"/>
              <a:gd name="connsiteY175" fmla="*/ 3412310 h 6858000"/>
              <a:gd name="connsiteX176" fmla="*/ 7852610 w 12192000"/>
              <a:gd name="connsiteY176" fmla="*/ 3456702 h 6858000"/>
              <a:gd name="connsiteX177" fmla="*/ 7813428 w 12192000"/>
              <a:gd name="connsiteY177" fmla="*/ 3501097 h 6858000"/>
              <a:gd name="connsiteX178" fmla="*/ 7774248 w 12192000"/>
              <a:gd name="connsiteY178" fmla="*/ 3456702 h 6858000"/>
              <a:gd name="connsiteX179" fmla="*/ 7813428 w 12192000"/>
              <a:gd name="connsiteY179" fmla="*/ 3412310 h 6858000"/>
              <a:gd name="connsiteX180" fmla="*/ 6968862 w 12192000"/>
              <a:gd name="connsiteY180" fmla="*/ 3410145 h 6858000"/>
              <a:gd name="connsiteX181" fmla="*/ 7003689 w 12192000"/>
              <a:gd name="connsiteY181" fmla="*/ 3441544 h 6858000"/>
              <a:gd name="connsiteX182" fmla="*/ 6934034 w 12192000"/>
              <a:gd name="connsiteY182" fmla="*/ 3441544 h 6858000"/>
              <a:gd name="connsiteX183" fmla="*/ 6968862 w 12192000"/>
              <a:gd name="connsiteY183" fmla="*/ 3410145 h 6858000"/>
              <a:gd name="connsiteX184" fmla="*/ 6741398 w 12192000"/>
              <a:gd name="connsiteY184" fmla="*/ 3387406 h 6858000"/>
              <a:gd name="connsiteX185" fmla="*/ 6799082 w 12192000"/>
              <a:gd name="connsiteY185" fmla="*/ 3527083 h 6858000"/>
              <a:gd name="connsiteX186" fmla="*/ 6832820 w 12192000"/>
              <a:gd name="connsiteY186" fmla="*/ 3527083 h 6858000"/>
              <a:gd name="connsiteX187" fmla="*/ 6886149 w 12192000"/>
              <a:gd name="connsiteY187" fmla="*/ 3387406 h 6858000"/>
              <a:gd name="connsiteX188" fmla="*/ 6851322 w 12192000"/>
              <a:gd name="connsiteY188" fmla="*/ 3387406 h 6858000"/>
              <a:gd name="connsiteX189" fmla="*/ 6815407 w 12192000"/>
              <a:gd name="connsiteY189" fmla="*/ 3487021 h 6858000"/>
              <a:gd name="connsiteX190" fmla="*/ 6778403 w 12192000"/>
              <a:gd name="connsiteY190" fmla="*/ 3387406 h 6858000"/>
              <a:gd name="connsiteX191" fmla="*/ 7323667 w 12192000"/>
              <a:gd name="connsiteY191" fmla="*/ 3387405 h 6858000"/>
              <a:gd name="connsiteX192" fmla="*/ 7323667 w 12192000"/>
              <a:gd name="connsiteY192" fmla="*/ 3527085 h 6858000"/>
              <a:gd name="connsiteX193" fmla="*/ 7357407 w 12192000"/>
              <a:gd name="connsiteY193" fmla="*/ 3527085 h 6858000"/>
              <a:gd name="connsiteX194" fmla="*/ 7357407 w 12192000"/>
              <a:gd name="connsiteY194" fmla="*/ 3387405 h 6858000"/>
              <a:gd name="connsiteX195" fmla="*/ 6680450 w 12192000"/>
              <a:gd name="connsiteY195" fmla="*/ 3387405 h 6858000"/>
              <a:gd name="connsiteX196" fmla="*/ 6680450 w 12192000"/>
              <a:gd name="connsiteY196" fmla="*/ 3527085 h 6858000"/>
              <a:gd name="connsiteX197" fmla="*/ 6714190 w 12192000"/>
              <a:gd name="connsiteY197" fmla="*/ 3527085 h 6858000"/>
              <a:gd name="connsiteX198" fmla="*/ 6714190 w 12192000"/>
              <a:gd name="connsiteY198" fmla="*/ 3387405 h 6858000"/>
              <a:gd name="connsiteX199" fmla="*/ 7495629 w 12192000"/>
              <a:gd name="connsiteY199" fmla="*/ 3386323 h 6858000"/>
              <a:gd name="connsiteX200" fmla="*/ 7555488 w 12192000"/>
              <a:gd name="connsiteY200" fmla="*/ 3509758 h 6858000"/>
              <a:gd name="connsiteX201" fmla="*/ 7521750 w 12192000"/>
              <a:gd name="connsiteY201" fmla="*/ 3583389 h 6858000"/>
              <a:gd name="connsiteX202" fmla="*/ 7558755 w 12192000"/>
              <a:gd name="connsiteY202" fmla="*/ 3583389 h 6858000"/>
              <a:gd name="connsiteX203" fmla="*/ 7648000 w 12192000"/>
              <a:gd name="connsiteY203" fmla="*/ 3386323 h 6858000"/>
              <a:gd name="connsiteX204" fmla="*/ 7612085 w 12192000"/>
              <a:gd name="connsiteY204" fmla="*/ 3386323 h 6858000"/>
              <a:gd name="connsiteX205" fmla="*/ 7573990 w 12192000"/>
              <a:gd name="connsiteY205" fmla="*/ 3475110 h 6858000"/>
              <a:gd name="connsiteX206" fmla="*/ 7533721 w 12192000"/>
              <a:gd name="connsiteY206" fmla="*/ 3386323 h 6858000"/>
              <a:gd name="connsiteX207" fmla="*/ 7146266 w 12192000"/>
              <a:gd name="connsiteY207" fmla="*/ 3386323 h 6858000"/>
              <a:gd name="connsiteX208" fmla="*/ 7105996 w 12192000"/>
              <a:gd name="connsiteY208" fmla="*/ 3410143 h 6858000"/>
              <a:gd name="connsiteX209" fmla="*/ 7105996 w 12192000"/>
              <a:gd name="connsiteY209" fmla="*/ 3387406 h 6858000"/>
              <a:gd name="connsiteX210" fmla="*/ 7073346 w 12192000"/>
              <a:gd name="connsiteY210" fmla="*/ 3387406 h 6858000"/>
              <a:gd name="connsiteX211" fmla="*/ 7073346 w 12192000"/>
              <a:gd name="connsiteY211" fmla="*/ 3527082 h 6858000"/>
              <a:gd name="connsiteX212" fmla="*/ 7107086 w 12192000"/>
              <a:gd name="connsiteY212" fmla="*/ 3527082 h 6858000"/>
              <a:gd name="connsiteX213" fmla="*/ 7107086 w 12192000"/>
              <a:gd name="connsiteY213" fmla="*/ 3459950 h 6858000"/>
              <a:gd name="connsiteX214" fmla="*/ 7145178 w 12192000"/>
              <a:gd name="connsiteY214" fmla="*/ 3418806 h 6858000"/>
              <a:gd name="connsiteX215" fmla="*/ 7154974 w 12192000"/>
              <a:gd name="connsiteY215" fmla="*/ 3419781 h 6858000"/>
              <a:gd name="connsiteX216" fmla="*/ 7154974 w 12192000"/>
              <a:gd name="connsiteY216" fmla="*/ 3419889 h 6858000"/>
              <a:gd name="connsiteX217" fmla="*/ 7156062 w 12192000"/>
              <a:gd name="connsiteY217" fmla="*/ 3419889 h 6858000"/>
              <a:gd name="connsiteX218" fmla="*/ 7154974 w 12192000"/>
              <a:gd name="connsiteY218" fmla="*/ 3419781 h 6858000"/>
              <a:gd name="connsiteX219" fmla="*/ 7154974 w 12192000"/>
              <a:gd name="connsiteY219" fmla="*/ 3387406 h 6858000"/>
              <a:gd name="connsiteX220" fmla="*/ 7146266 w 12192000"/>
              <a:gd name="connsiteY220" fmla="*/ 3386323 h 6858000"/>
              <a:gd name="connsiteX221" fmla="*/ 6969951 w 12192000"/>
              <a:gd name="connsiteY221" fmla="*/ 3383075 h 6858000"/>
              <a:gd name="connsiteX222" fmla="*/ 6901384 w 12192000"/>
              <a:gd name="connsiteY222" fmla="*/ 3456703 h 6858000"/>
              <a:gd name="connsiteX223" fmla="*/ 6973216 w 12192000"/>
              <a:gd name="connsiteY223" fmla="*/ 3531416 h 6858000"/>
              <a:gd name="connsiteX224" fmla="*/ 7036341 w 12192000"/>
              <a:gd name="connsiteY224" fmla="*/ 3487021 h 6858000"/>
              <a:gd name="connsiteX225" fmla="*/ 7006956 w 12192000"/>
              <a:gd name="connsiteY225" fmla="*/ 3478360 h 6858000"/>
              <a:gd name="connsiteX226" fmla="*/ 6972129 w 12192000"/>
              <a:gd name="connsiteY226" fmla="*/ 3503263 h 6858000"/>
              <a:gd name="connsiteX227" fmla="*/ 6934034 w 12192000"/>
              <a:gd name="connsiteY227" fmla="*/ 3466449 h 6858000"/>
              <a:gd name="connsiteX228" fmla="*/ 7037429 w 12192000"/>
              <a:gd name="connsiteY228" fmla="*/ 3466449 h 6858000"/>
              <a:gd name="connsiteX229" fmla="*/ 7038516 w 12192000"/>
              <a:gd name="connsiteY229" fmla="*/ 3455620 h 6858000"/>
              <a:gd name="connsiteX230" fmla="*/ 6969951 w 12192000"/>
              <a:gd name="connsiteY230" fmla="*/ 3383075 h 6858000"/>
              <a:gd name="connsiteX231" fmla="*/ 6584674 w 12192000"/>
              <a:gd name="connsiteY231" fmla="*/ 3383075 h 6858000"/>
              <a:gd name="connsiteX232" fmla="*/ 6543315 w 12192000"/>
              <a:gd name="connsiteY232" fmla="*/ 3405812 h 6858000"/>
              <a:gd name="connsiteX233" fmla="*/ 6543315 w 12192000"/>
              <a:gd name="connsiteY233" fmla="*/ 3387406 h 6858000"/>
              <a:gd name="connsiteX234" fmla="*/ 6510665 w 12192000"/>
              <a:gd name="connsiteY234" fmla="*/ 3387406 h 6858000"/>
              <a:gd name="connsiteX235" fmla="*/ 6510665 w 12192000"/>
              <a:gd name="connsiteY235" fmla="*/ 3527085 h 6858000"/>
              <a:gd name="connsiteX236" fmla="*/ 6544405 w 12192000"/>
              <a:gd name="connsiteY236" fmla="*/ 3527085 h 6858000"/>
              <a:gd name="connsiteX237" fmla="*/ 6544405 w 12192000"/>
              <a:gd name="connsiteY237" fmla="*/ 3446959 h 6858000"/>
              <a:gd name="connsiteX238" fmla="*/ 6573791 w 12192000"/>
              <a:gd name="connsiteY238" fmla="*/ 3413393 h 6858000"/>
              <a:gd name="connsiteX239" fmla="*/ 6602087 w 12192000"/>
              <a:gd name="connsiteY239" fmla="*/ 3444794 h 6858000"/>
              <a:gd name="connsiteX240" fmla="*/ 6602087 w 12192000"/>
              <a:gd name="connsiteY240" fmla="*/ 3527085 h 6858000"/>
              <a:gd name="connsiteX241" fmla="*/ 6635827 w 12192000"/>
              <a:gd name="connsiteY241" fmla="*/ 3527085 h 6858000"/>
              <a:gd name="connsiteX242" fmla="*/ 6635827 w 12192000"/>
              <a:gd name="connsiteY242" fmla="*/ 3438296 h 6858000"/>
              <a:gd name="connsiteX243" fmla="*/ 6584674 w 12192000"/>
              <a:gd name="connsiteY243" fmla="*/ 3383075 h 6858000"/>
              <a:gd name="connsiteX244" fmla="*/ 7813428 w 12192000"/>
              <a:gd name="connsiteY244" fmla="*/ 3381992 h 6858000"/>
              <a:gd name="connsiteX245" fmla="*/ 7740508 w 12192000"/>
              <a:gd name="connsiteY245" fmla="*/ 3456702 h 6858000"/>
              <a:gd name="connsiteX246" fmla="*/ 7813428 w 12192000"/>
              <a:gd name="connsiteY246" fmla="*/ 3531415 h 6858000"/>
              <a:gd name="connsiteX247" fmla="*/ 7886350 w 12192000"/>
              <a:gd name="connsiteY247" fmla="*/ 3456702 h 6858000"/>
              <a:gd name="connsiteX248" fmla="*/ 7813428 w 12192000"/>
              <a:gd name="connsiteY248" fmla="*/ 3381992 h 6858000"/>
              <a:gd name="connsiteX249" fmla="*/ 7231158 w 12192000"/>
              <a:gd name="connsiteY249" fmla="*/ 3381992 h 6858000"/>
              <a:gd name="connsiteX250" fmla="*/ 7178916 w 12192000"/>
              <a:gd name="connsiteY250" fmla="*/ 3427469 h 6858000"/>
              <a:gd name="connsiteX251" fmla="*/ 7217010 w 12192000"/>
              <a:gd name="connsiteY251" fmla="*/ 3468614 h 6858000"/>
              <a:gd name="connsiteX252" fmla="*/ 7237687 w 12192000"/>
              <a:gd name="connsiteY252" fmla="*/ 3472944 h 6858000"/>
              <a:gd name="connsiteX253" fmla="*/ 7254012 w 12192000"/>
              <a:gd name="connsiteY253" fmla="*/ 3488103 h 6858000"/>
              <a:gd name="connsiteX254" fmla="*/ 7233335 w 12192000"/>
              <a:gd name="connsiteY254" fmla="*/ 3504345 h 6858000"/>
              <a:gd name="connsiteX255" fmla="*/ 7205037 w 12192000"/>
              <a:gd name="connsiteY255" fmla="*/ 3480525 h 6858000"/>
              <a:gd name="connsiteX256" fmla="*/ 7175651 w 12192000"/>
              <a:gd name="connsiteY256" fmla="*/ 3488103 h 6858000"/>
              <a:gd name="connsiteX257" fmla="*/ 7233335 w 12192000"/>
              <a:gd name="connsiteY257" fmla="*/ 3530333 h 6858000"/>
              <a:gd name="connsiteX258" fmla="*/ 7286665 w 12192000"/>
              <a:gd name="connsiteY258" fmla="*/ 3485938 h 6858000"/>
              <a:gd name="connsiteX259" fmla="*/ 7246396 w 12192000"/>
              <a:gd name="connsiteY259" fmla="*/ 3443711 h 6858000"/>
              <a:gd name="connsiteX260" fmla="*/ 7224626 w 12192000"/>
              <a:gd name="connsiteY260" fmla="*/ 3439378 h 6858000"/>
              <a:gd name="connsiteX261" fmla="*/ 7210479 w 12192000"/>
              <a:gd name="connsiteY261" fmla="*/ 3424221 h 6858000"/>
              <a:gd name="connsiteX262" fmla="*/ 7231158 w 12192000"/>
              <a:gd name="connsiteY262" fmla="*/ 3407980 h 6858000"/>
              <a:gd name="connsiteX263" fmla="*/ 7257279 w 12192000"/>
              <a:gd name="connsiteY263" fmla="*/ 3428552 h 6858000"/>
              <a:gd name="connsiteX264" fmla="*/ 7285575 w 12192000"/>
              <a:gd name="connsiteY264" fmla="*/ 3420971 h 6858000"/>
              <a:gd name="connsiteX265" fmla="*/ 7231158 w 12192000"/>
              <a:gd name="connsiteY265" fmla="*/ 3381992 h 6858000"/>
              <a:gd name="connsiteX266" fmla="*/ 7415089 w 12192000"/>
              <a:gd name="connsiteY266" fmla="*/ 3344096 h 6858000"/>
              <a:gd name="connsiteX267" fmla="*/ 7415089 w 12192000"/>
              <a:gd name="connsiteY267" fmla="*/ 3364668 h 6858000"/>
              <a:gd name="connsiteX268" fmla="*/ 7393322 w 12192000"/>
              <a:gd name="connsiteY268" fmla="*/ 3386323 h 6858000"/>
              <a:gd name="connsiteX269" fmla="*/ 7385703 w 12192000"/>
              <a:gd name="connsiteY269" fmla="*/ 3386323 h 6858000"/>
              <a:gd name="connsiteX270" fmla="*/ 7385703 w 12192000"/>
              <a:gd name="connsiteY270" fmla="*/ 3415558 h 6858000"/>
              <a:gd name="connsiteX271" fmla="*/ 7411824 w 12192000"/>
              <a:gd name="connsiteY271" fmla="*/ 3415558 h 6858000"/>
              <a:gd name="connsiteX272" fmla="*/ 7411824 w 12192000"/>
              <a:gd name="connsiteY272" fmla="*/ 3485938 h 6858000"/>
              <a:gd name="connsiteX273" fmla="*/ 7454270 w 12192000"/>
              <a:gd name="connsiteY273" fmla="*/ 3527085 h 6858000"/>
              <a:gd name="connsiteX274" fmla="*/ 7474947 w 12192000"/>
              <a:gd name="connsiteY274" fmla="*/ 3523837 h 6858000"/>
              <a:gd name="connsiteX275" fmla="*/ 7474947 w 12192000"/>
              <a:gd name="connsiteY275" fmla="*/ 3496766 h 6858000"/>
              <a:gd name="connsiteX276" fmla="*/ 7462977 w 12192000"/>
              <a:gd name="connsiteY276" fmla="*/ 3497849 h 6858000"/>
              <a:gd name="connsiteX277" fmla="*/ 7445562 w 12192000"/>
              <a:gd name="connsiteY277" fmla="*/ 3480525 h 6858000"/>
              <a:gd name="connsiteX278" fmla="*/ 7445562 w 12192000"/>
              <a:gd name="connsiteY278" fmla="*/ 3415558 h 6858000"/>
              <a:gd name="connsiteX279" fmla="*/ 7474947 w 12192000"/>
              <a:gd name="connsiteY279" fmla="*/ 3415558 h 6858000"/>
              <a:gd name="connsiteX280" fmla="*/ 7474947 w 12192000"/>
              <a:gd name="connsiteY280" fmla="*/ 3386323 h 6858000"/>
              <a:gd name="connsiteX281" fmla="*/ 7445562 w 12192000"/>
              <a:gd name="connsiteY281" fmla="*/ 3386323 h 6858000"/>
              <a:gd name="connsiteX282" fmla="*/ 7445562 w 12192000"/>
              <a:gd name="connsiteY282" fmla="*/ 3344096 h 6858000"/>
              <a:gd name="connsiteX283" fmla="*/ 6312584 w 12192000"/>
              <a:gd name="connsiteY283" fmla="*/ 3322439 h 6858000"/>
              <a:gd name="connsiteX284" fmla="*/ 6312584 w 12192000"/>
              <a:gd name="connsiteY284" fmla="*/ 3455620 h 6858000"/>
              <a:gd name="connsiteX285" fmla="*/ 6388768 w 12192000"/>
              <a:gd name="connsiteY285" fmla="*/ 3531413 h 6858000"/>
              <a:gd name="connsiteX286" fmla="*/ 6464955 w 12192000"/>
              <a:gd name="connsiteY286" fmla="*/ 3455620 h 6858000"/>
              <a:gd name="connsiteX287" fmla="*/ 6464955 w 12192000"/>
              <a:gd name="connsiteY287" fmla="*/ 3322439 h 6858000"/>
              <a:gd name="connsiteX288" fmla="*/ 6430127 w 12192000"/>
              <a:gd name="connsiteY288" fmla="*/ 3322439 h 6858000"/>
              <a:gd name="connsiteX289" fmla="*/ 6430127 w 12192000"/>
              <a:gd name="connsiteY289" fmla="*/ 3453455 h 6858000"/>
              <a:gd name="connsiteX290" fmla="*/ 6387681 w 12192000"/>
              <a:gd name="connsiteY290" fmla="*/ 3497847 h 6858000"/>
              <a:gd name="connsiteX291" fmla="*/ 6346324 w 12192000"/>
              <a:gd name="connsiteY291" fmla="*/ 3453455 h 6858000"/>
              <a:gd name="connsiteX292" fmla="*/ 6346324 w 12192000"/>
              <a:gd name="connsiteY292" fmla="*/ 3322439 h 6858000"/>
              <a:gd name="connsiteX293" fmla="*/ 7978859 w 12192000"/>
              <a:gd name="connsiteY293" fmla="*/ 3317026 h 6858000"/>
              <a:gd name="connsiteX294" fmla="*/ 7929881 w 12192000"/>
              <a:gd name="connsiteY294" fmla="*/ 3366834 h 6858000"/>
              <a:gd name="connsiteX295" fmla="*/ 7929881 w 12192000"/>
              <a:gd name="connsiteY295" fmla="*/ 3386323 h 6858000"/>
              <a:gd name="connsiteX296" fmla="*/ 7904849 w 12192000"/>
              <a:gd name="connsiteY296" fmla="*/ 3386323 h 6858000"/>
              <a:gd name="connsiteX297" fmla="*/ 7904849 w 12192000"/>
              <a:gd name="connsiteY297" fmla="*/ 3415559 h 6858000"/>
              <a:gd name="connsiteX298" fmla="*/ 7929881 w 12192000"/>
              <a:gd name="connsiteY298" fmla="*/ 3415559 h 6858000"/>
              <a:gd name="connsiteX299" fmla="*/ 7929881 w 12192000"/>
              <a:gd name="connsiteY299" fmla="*/ 3526000 h 6858000"/>
              <a:gd name="connsiteX300" fmla="*/ 7963621 w 12192000"/>
              <a:gd name="connsiteY300" fmla="*/ 3526000 h 6858000"/>
              <a:gd name="connsiteX301" fmla="*/ 7963621 w 12192000"/>
              <a:gd name="connsiteY301" fmla="*/ 3415559 h 6858000"/>
              <a:gd name="connsiteX302" fmla="*/ 7996271 w 12192000"/>
              <a:gd name="connsiteY302" fmla="*/ 3415559 h 6858000"/>
              <a:gd name="connsiteX303" fmla="*/ 7996271 w 12192000"/>
              <a:gd name="connsiteY303" fmla="*/ 3386323 h 6858000"/>
              <a:gd name="connsiteX304" fmla="*/ 7963621 w 12192000"/>
              <a:gd name="connsiteY304" fmla="*/ 3386323 h 6858000"/>
              <a:gd name="connsiteX305" fmla="*/ 7963621 w 12192000"/>
              <a:gd name="connsiteY305" fmla="*/ 3367916 h 6858000"/>
              <a:gd name="connsiteX306" fmla="*/ 7984300 w 12192000"/>
              <a:gd name="connsiteY306" fmla="*/ 3347344 h 6858000"/>
              <a:gd name="connsiteX307" fmla="*/ 7996271 w 12192000"/>
              <a:gd name="connsiteY307" fmla="*/ 3348427 h 6858000"/>
              <a:gd name="connsiteX308" fmla="*/ 7996271 w 12192000"/>
              <a:gd name="connsiteY308" fmla="*/ 3320274 h 6858000"/>
              <a:gd name="connsiteX309" fmla="*/ 7978859 w 12192000"/>
              <a:gd name="connsiteY309" fmla="*/ 3317026 h 6858000"/>
              <a:gd name="connsiteX310" fmla="*/ 7339992 w 12192000"/>
              <a:gd name="connsiteY310" fmla="*/ 3315943 h 6858000"/>
              <a:gd name="connsiteX311" fmla="*/ 7318225 w 12192000"/>
              <a:gd name="connsiteY311" fmla="*/ 3337598 h 6858000"/>
              <a:gd name="connsiteX312" fmla="*/ 7339992 w 12192000"/>
              <a:gd name="connsiteY312" fmla="*/ 3359255 h 6858000"/>
              <a:gd name="connsiteX313" fmla="*/ 7361759 w 12192000"/>
              <a:gd name="connsiteY313" fmla="*/ 3337598 h 6858000"/>
              <a:gd name="connsiteX314" fmla="*/ 7339992 w 12192000"/>
              <a:gd name="connsiteY314" fmla="*/ 3315943 h 6858000"/>
              <a:gd name="connsiteX315" fmla="*/ 6696775 w 12192000"/>
              <a:gd name="connsiteY315" fmla="*/ 3315943 h 6858000"/>
              <a:gd name="connsiteX316" fmla="*/ 6675008 w 12192000"/>
              <a:gd name="connsiteY316" fmla="*/ 3337598 h 6858000"/>
              <a:gd name="connsiteX317" fmla="*/ 6696775 w 12192000"/>
              <a:gd name="connsiteY317" fmla="*/ 3359255 h 6858000"/>
              <a:gd name="connsiteX318" fmla="*/ 6718542 w 12192000"/>
              <a:gd name="connsiteY318" fmla="*/ 3337598 h 6858000"/>
              <a:gd name="connsiteX319" fmla="*/ 6696775 w 12192000"/>
              <a:gd name="connsiteY319" fmla="*/ 3315943 h 6858000"/>
              <a:gd name="connsiteX320" fmla="*/ 5214431 w 12192000"/>
              <a:gd name="connsiteY320" fmla="*/ 3220659 h 6858000"/>
              <a:gd name="connsiteX321" fmla="*/ 5275379 w 12192000"/>
              <a:gd name="connsiteY321" fmla="*/ 3220659 h 6858000"/>
              <a:gd name="connsiteX322" fmla="*/ 5318913 w 12192000"/>
              <a:gd name="connsiteY322" fmla="*/ 3256390 h 6858000"/>
              <a:gd name="connsiteX323" fmla="*/ 5274290 w 12192000"/>
              <a:gd name="connsiteY323" fmla="*/ 3287790 h 6858000"/>
              <a:gd name="connsiteX324" fmla="*/ 5214431 w 12192000"/>
              <a:gd name="connsiteY324" fmla="*/ 3287790 h 6858000"/>
              <a:gd name="connsiteX325" fmla="*/ 5662834 w 12192000"/>
              <a:gd name="connsiteY325" fmla="*/ 3147031 h 6858000"/>
              <a:gd name="connsiteX326" fmla="*/ 5662834 w 12192000"/>
              <a:gd name="connsiteY326" fmla="*/ 3607208 h 6858000"/>
              <a:gd name="connsiteX327" fmla="*/ 5285175 w 12192000"/>
              <a:gd name="connsiteY327" fmla="*/ 3607208 h 6858000"/>
              <a:gd name="connsiteX328" fmla="*/ 5285175 w 12192000"/>
              <a:gd name="connsiteY328" fmla="*/ 3481608 h 6858000"/>
              <a:gd name="connsiteX329" fmla="*/ 5216608 w 12192000"/>
              <a:gd name="connsiteY329" fmla="*/ 3481608 h 6858000"/>
              <a:gd name="connsiteX330" fmla="*/ 5216608 w 12192000"/>
              <a:gd name="connsiteY330" fmla="*/ 3607208 h 6858000"/>
              <a:gd name="connsiteX331" fmla="*/ 5090359 w 12192000"/>
              <a:gd name="connsiteY331" fmla="*/ 3607208 h 6858000"/>
              <a:gd name="connsiteX332" fmla="*/ 5090359 w 12192000"/>
              <a:gd name="connsiteY332" fmla="*/ 3675422 h 6858000"/>
              <a:gd name="connsiteX333" fmla="*/ 5216608 w 12192000"/>
              <a:gd name="connsiteY333" fmla="*/ 3675422 h 6858000"/>
              <a:gd name="connsiteX334" fmla="*/ 5216608 w 12192000"/>
              <a:gd name="connsiteY334" fmla="*/ 4051145 h 6858000"/>
              <a:gd name="connsiteX335" fmla="*/ 4542915 w 12192000"/>
              <a:gd name="connsiteY335" fmla="*/ 4051145 h 6858000"/>
              <a:gd name="connsiteX336" fmla="*/ 4542915 w 12192000"/>
              <a:gd name="connsiteY336" fmla="*/ 4119360 h 6858000"/>
              <a:gd name="connsiteX337" fmla="*/ 5259054 w 12192000"/>
              <a:gd name="connsiteY337" fmla="*/ 4119360 h 6858000"/>
              <a:gd name="connsiteX338" fmla="*/ 5285175 w 12192000"/>
              <a:gd name="connsiteY338" fmla="*/ 4093372 h 6858000"/>
              <a:gd name="connsiteX339" fmla="*/ 5285175 w 12192000"/>
              <a:gd name="connsiteY339" fmla="*/ 3675422 h 6858000"/>
              <a:gd name="connsiteX340" fmla="*/ 5705281 w 12192000"/>
              <a:gd name="connsiteY340" fmla="*/ 3675422 h 6858000"/>
              <a:gd name="connsiteX341" fmla="*/ 5731400 w 12192000"/>
              <a:gd name="connsiteY341" fmla="*/ 3649437 h 6858000"/>
              <a:gd name="connsiteX342" fmla="*/ 5731400 w 12192000"/>
              <a:gd name="connsiteY342" fmla="*/ 3147031 h 6858000"/>
              <a:gd name="connsiteX343" fmla="*/ 5215520 w 12192000"/>
              <a:gd name="connsiteY343" fmla="*/ 3099389 h 6858000"/>
              <a:gd name="connsiteX344" fmla="*/ 5275379 w 12192000"/>
              <a:gd name="connsiteY344" fmla="*/ 3099389 h 6858000"/>
              <a:gd name="connsiteX345" fmla="*/ 5313471 w 12192000"/>
              <a:gd name="connsiteY345" fmla="*/ 3129707 h 6858000"/>
              <a:gd name="connsiteX346" fmla="*/ 5276467 w 12192000"/>
              <a:gd name="connsiteY346" fmla="*/ 3158942 h 6858000"/>
              <a:gd name="connsiteX347" fmla="*/ 5215520 w 12192000"/>
              <a:gd name="connsiteY347" fmla="*/ 3158942 h 6858000"/>
              <a:gd name="connsiteX348" fmla="*/ 7555488 w 12192000"/>
              <a:gd name="connsiteY348" fmla="*/ 3075569 h 6858000"/>
              <a:gd name="connsiteX349" fmla="*/ 7555488 w 12192000"/>
              <a:gd name="connsiteY349" fmla="*/ 3082065 h 6858000"/>
              <a:gd name="connsiteX350" fmla="*/ 7520660 w 12192000"/>
              <a:gd name="connsiteY350" fmla="*/ 3118879 h 6858000"/>
              <a:gd name="connsiteX351" fmla="*/ 7499983 w 12192000"/>
              <a:gd name="connsiteY351" fmla="*/ 3100472 h 6858000"/>
              <a:gd name="connsiteX352" fmla="*/ 7518486 w 12192000"/>
              <a:gd name="connsiteY352" fmla="*/ 3080982 h 6858000"/>
              <a:gd name="connsiteX353" fmla="*/ 5144777 w 12192000"/>
              <a:gd name="connsiteY353" fmla="*/ 3036588 h 6858000"/>
              <a:gd name="connsiteX354" fmla="*/ 5144777 w 12192000"/>
              <a:gd name="connsiteY354" fmla="*/ 3352757 h 6858000"/>
              <a:gd name="connsiteX355" fmla="*/ 5272115 w 12192000"/>
              <a:gd name="connsiteY355" fmla="*/ 3352757 h 6858000"/>
              <a:gd name="connsiteX356" fmla="*/ 5357005 w 12192000"/>
              <a:gd name="connsiteY356" fmla="*/ 3331102 h 6858000"/>
              <a:gd name="connsiteX357" fmla="*/ 5390746 w 12192000"/>
              <a:gd name="connsiteY357" fmla="*/ 3257475 h 6858000"/>
              <a:gd name="connsiteX358" fmla="*/ 5355918 w 12192000"/>
              <a:gd name="connsiteY358" fmla="*/ 3189258 h 6858000"/>
              <a:gd name="connsiteX359" fmla="*/ 5384215 w 12192000"/>
              <a:gd name="connsiteY359" fmla="*/ 3125376 h 6858000"/>
              <a:gd name="connsiteX360" fmla="*/ 5346121 w 12192000"/>
              <a:gd name="connsiteY360" fmla="*/ 3053912 h 6858000"/>
              <a:gd name="connsiteX361" fmla="*/ 5272115 w 12192000"/>
              <a:gd name="connsiteY361" fmla="*/ 3036588 h 6858000"/>
              <a:gd name="connsiteX362" fmla="*/ 7282311 w 12192000"/>
              <a:gd name="connsiteY362" fmla="*/ 3026844 h 6858000"/>
              <a:gd name="connsiteX363" fmla="*/ 7318226 w 12192000"/>
              <a:gd name="connsiteY363" fmla="*/ 3065823 h 6858000"/>
              <a:gd name="connsiteX364" fmla="*/ 7282311 w 12192000"/>
              <a:gd name="connsiteY364" fmla="*/ 3105884 h 6858000"/>
              <a:gd name="connsiteX365" fmla="*/ 7245306 w 12192000"/>
              <a:gd name="connsiteY365" fmla="*/ 3065823 h 6858000"/>
              <a:gd name="connsiteX366" fmla="*/ 7282311 w 12192000"/>
              <a:gd name="connsiteY366" fmla="*/ 3026844 h 6858000"/>
              <a:gd name="connsiteX367" fmla="*/ 6597733 w 12192000"/>
              <a:gd name="connsiteY367" fmla="*/ 3025761 h 6858000"/>
              <a:gd name="connsiteX368" fmla="*/ 6636915 w 12192000"/>
              <a:gd name="connsiteY368" fmla="*/ 3070153 h 6858000"/>
              <a:gd name="connsiteX369" fmla="*/ 6597733 w 12192000"/>
              <a:gd name="connsiteY369" fmla="*/ 3114548 h 6858000"/>
              <a:gd name="connsiteX370" fmla="*/ 6558553 w 12192000"/>
              <a:gd name="connsiteY370" fmla="*/ 3070153 h 6858000"/>
              <a:gd name="connsiteX371" fmla="*/ 6597733 w 12192000"/>
              <a:gd name="connsiteY371" fmla="*/ 3025761 h 6858000"/>
              <a:gd name="connsiteX372" fmla="*/ 7116881 w 12192000"/>
              <a:gd name="connsiteY372" fmla="*/ 3023596 h 6858000"/>
              <a:gd name="connsiteX373" fmla="*/ 7151708 w 12192000"/>
              <a:gd name="connsiteY373" fmla="*/ 3054995 h 6858000"/>
              <a:gd name="connsiteX374" fmla="*/ 7082053 w 12192000"/>
              <a:gd name="connsiteY374" fmla="*/ 3054995 h 6858000"/>
              <a:gd name="connsiteX375" fmla="*/ 7116881 w 12192000"/>
              <a:gd name="connsiteY375" fmla="*/ 3023596 h 6858000"/>
              <a:gd name="connsiteX376" fmla="*/ 7395499 w 12192000"/>
              <a:gd name="connsiteY376" fmla="*/ 3000856 h 6858000"/>
              <a:gd name="connsiteX377" fmla="*/ 7395499 w 12192000"/>
              <a:gd name="connsiteY377" fmla="*/ 3140536 h 6858000"/>
              <a:gd name="connsiteX378" fmla="*/ 7429239 w 12192000"/>
              <a:gd name="connsiteY378" fmla="*/ 3140536 h 6858000"/>
              <a:gd name="connsiteX379" fmla="*/ 7429239 w 12192000"/>
              <a:gd name="connsiteY379" fmla="*/ 3000856 h 6858000"/>
              <a:gd name="connsiteX380" fmla="*/ 6805611 w 12192000"/>
              <a:gd name="connsiteY380" fmla="*/ 3000856 h 6858000"/>
              <a:gd name="connsiteX381" fmla="*/ 6851322 w 12192000"/>
              <a:gd name="connsiteY381" fmla="*/ 3140533 h 6858000"/>
              <a:gd name="connsiteX382" fmla="*/ 6886149 w 12192000"/>
              <a:gd name="connsiteY382" fmla="*/ 3140533 h 6858000"/>
              <a:gd name="connsiteX383" fmla="*/ 6919889 w 12192000"/>
              <a:gd name="connsiteY383" fmla="*/ 3039835 h 6858000"/>
              <a:gd name="connsiteX384" fmla="*/ 6954716 w 12192000"/>
              <a:gd name="connsiteY384" fmla="*/ 3140533 h 6858000"/>
              <a:gd name="connsiteX385" fmla="*/ 6988454 w 12192000"/>
              <a:gd name="connsiteY385" fmla="*/ 3140533 h 6858000"/>
              <a:gd name="connsiteX386" fmla="*/ 7033077 w 12192000"/>
              <a:gd name="connsiteY386" fmla="*/ 3000856 h 6858000"/>
              <a:gd name="connsiteX387" fmla="*/ 6999337 w 12192000"/>
              <a:gd name="connsiteY387" fmla="*/ 3000856 h 6858000"/>
              <a:gd name="connsiteX388" fmla="*/ 6971041 w 12192000"/>
              <a:gd name="connsiteY388" fmla="*/ 3097224 h 6858000"/>
              <a:gd name="connsiteX389" fmla="*/ 6938391 w 12192000"/>
              <a:gd name="connsiteY389" fmla="*/ 3000856 h 6858000"/>
              <a:gd name="connsiteX390" fmla="*/ 6902474 w 12192000"/>
              <a:gd name="connsiteY390" fmla="*/ 3000856 h 6858000"/>
              <a:gd name="connsiteX391" fmla="*/ 6869824 w 12192000"/>
              <a:gd name="connsiteY391" fmla="*/ 3097224 h 6858000"/>
              <a:gd name="connsiteX392" fmla="*/ 6841526 w 12192000"/>
              <a:gd name="connsiteY392" fmla="*/ 3000856 h 6858000"/>
              <a:gd name="connsiteX393" fmla="*/ 6779491 w 12192000"/>
              <a:gd name="connsiteY393" fmla="*/ 2999774 h 6858000"/>
              <a:gd name="connsiteX394" fmla="*/ 6739221 w 12192000"/>
              <a:gd name="connsiteY394" fmla="*/ 3023594 h 6858000"/>
              <a:gd name="connsiteX395" fmla="*/ 6739221 w 12192000"/>
              <a:gd name="connsiteY395" fmla="*/ 3000857 h 6858000"/>
              <a:gd name="connsiteX396" fmla="*/ 6706571 w 12192000"/>
              <a:gd name="connsiteY396" fmla="*/ 3000857 h 6858000"/>
              <a:gd name="connsiteX397" fmla="*/ 6706571 w 12192000"/>
              <a:gd name="connsiteY397" fmla="*/ 3140533 h 6858000"/>
              <a:gd name="connsiteX398" fmla="*/ 6740311 w 12192000"/>
              <a:gd name="connsiteY398" fmla="*/ 3140533 h 6858000"/>
              <a:gd name="connsiteX399" fmla="*/ 6740311 w 12192000"/>
              <a:gd name="connsiteY399" fmla="*/ 3073401 h 6858000"/>
              <a:gd name="connsiteX400" fmla="*/ 6778403 w 12192000"/>
              <a:gd name="connsiteY400" fmla="*/ 3032257 h 6858000"/>
              <a:gd name="connsiteX401" fmla="*/ 6788199 w 12192000"/>
              <a:gd name="connsiteY401" fmla="*/ 3033232 h 6858000"/>
              <a:gd name="connsiteX402" fmla="*/ 6788199 w 12192000"/>
              <a:gd name="connsiteY402" fmla="*/ 3033340 h 6858000"/>
              <a:gd name="connsiteX403" fmla="*/ 6789287 w 12192000"/>
              <a:gd name="connsiteY403" fmla="*/ 3033340 h 6858000"/>
              <a:gd name="connsiteX404" fmla="*/ 6788199 w 12192000"/>
              <a:gd name="connsiteY404" fmla="*/ 3033232 h 6858000"/>
              <a:gd name="connsiteX405" fmla="*/ 6788199 w 12192000"/>
              <a:gd name="connsiteY405" fmla="*/ 3000857 h 6858000"/>
              <a:gd name="connsiteX406" fmla="*/ 6779491 w 12192000"/>
              <a:gd name="connsiteY406" fmla="*/ 2999774 h 6858000"/>
              <a:gd name="connsiteX407" fmla="*/ 7275782 w 12192000"/>
              <a:gd name="connsiteY407" fmla="*/ 2997608 h 6858000"/>
              <a:gd name="connsiteX408" fmla="*/ 7210479 w 12192000"/>
              <a:gd name="connsiteY408" fmla="*/ 3065823 h 6858000"/>
              <a:gd name="connsiteX409" fmla="*/ 7275782 w 12192000"/>
              <a:gd name="connsiteY409" fmla="*/ 3134037 h 6858000"/>
              <a:gd name="connsiteX410" fmla="*/ 7317138 w 12192000"/>
              <a:gd name="connsiteY410" fmla="*/ 3113465 h 6858000"/>
              <a:gd name="connsiteX411" fmla="*/ 7317138 w 12192000"/>
              <a:gd name="connsiteY411" fmla="*/ 3128624 h 6858000"/>
              <a:gd name="connsiteX412" fmla="*/ 7276869 w 12192000"/>
              <a:gd name="connsiteY412" fmla="*/ 3170851 h 6858000"/>
              <a:gd name="connsiteX413" fmla="*/ 7242042 w 12192000"/>
              <a:gd name="connsiteY413" fmla="*/ 3140535 h 6858000"/>
              <a:gd name="connsiteX414" fmla="*/ 7210479 w 12192000"/>
              <a:gd name="connsiteY414" fmla="*/ 3149196 h 6858000"/>
              <a:gd name="connsiteX415" fmla="*/ 7277957 w 12192000"/>
              <a:gd name="connsiteY415" fmla="*/ 3200086 h 6858000"/>
              <a:gd name="connsiteX416" fmla="*/ 7349788 w 12192000"/>
              <a:gd name="connsiteY416" fmla="*/ 3127541 h 6858000"/>
              <a:gd name="connsiteX417" fmla="*/ 7349788 w 12192000"/>
              <a:gd name="connsiteY417" fmla="*/ 3000856 h 6858000"/>
              <a:gd name="connsiteX418" fmla="*/ 7317138 w 12192000"/>
              <a:gd name="connsiteY418" fmla="*/ 3000856 h 6858000"/>
              <a:gd name="connsiteX419" fmla="*/ 7317138 w 12192000"/>
              <a:gd name="connsiteY419" fmla="*/ 3018180 h 6858000"/>
              <a:gd name="connsiteX420" fmla="*/ 7275782 w 12192000"/>
              <a:gd name="connsiteY420" fmla="*/ 2997608 h 6858000"/>
              <a:gd name="connsiteX421" fmla="*/ 7706770 w 12192000"/>
              <a:gd name="connsiteY421" fmla="*/ 2996526 h 6858000"/>
              <a:gd name="connsiteX422" fmla="*/ 7665411 w 12192000"/>
              <a:gd name="connsiteY422" fmla="*/ 3019263 h 6858000"/>
              <a:gd name="connsiteX423" fmla="*/ 7665411 w 12192000"/>
              <a:gd name="connsiteY423" fmla="*/ 3000857 h 6858000"/>
              <a:gd name="connsiteX424" fmla="*/ 7632761 w 12192000"/>
              <a:gd name="connsiteY424" fmla="*/ 3000857 h 6858000"/>
              <a:gd name="connsiteX425" fmla="*/ 7632761 w 12192000"/>
              <a:gd name="connsiteY425" fmla="*/ 3140536 h 6858000"/>
              <a:gd name="connsiteX426" fmla="*/ 7665411 w 12192000"/>
              <a:gd name="connsiteY426" fmla="*/ 3140536 h 6858000"/>
              <a:gd name="connsiteX427" fmla="*/ 7665411 w 12192000"/>
              <a:gd name="connsiteY427" fmla="*/ 3060410 h 6858000"/>
              <a:gd name="connsiteX428" fmla="*/ 7694797 w 12192000"/>
              <a:gd name="connsiteY428" fmla="*/ 3026844 h 6858000"/>
              <a:gd name="connsiteX429" fmla="*/ 7724183 w 12192000"/>
              <a:gd name="connsiteY429" fmla="*/ 3058245 h 6858000"/>
              <a:gd name="connsiteX430" fmla="*/ 7724183 w 12192000"/>
              <a:gd name="connsiteY430" fmla="*/ 3140536 h 6858000"/>
              <a:gd name="connsiteX431" fmla="*/ 7757923 w 12192000"/>
              <a:gd name="connsiteY431" fmla="*/ 3140536 h 6858000"/>
              <a:gd name="connsiteX432" fmla="*/ 7757923 w 12192000"/>
              <a:gd name="connsiteY432" fmla="*/ 3051747 h 6858000"/>
              <a:gd name="connsiteX433" fmla="*/ 7706770 w 12192000"/>
              <a:gd name="connsiteY433" fmla="*/ 2996526 h 6858000"/>
              <a:gd name="connsiteX434" fmla="*/ 7528279 w 12192000"/>
              <a:gd name="connsiteY434" fmla="*/ 2996526 h 6858000"/>
              <a:gd name="connsiteX435" fmla="*/ 7469508 w 12192000"/>
              <a:gd name="connsiteY435" fmla="*/ 3042003 h 6858000"/>
              <a:gd name="connsiteX436" fmla="*/ 7499983 w 12192000"/>
              <a:gd name="connsiteY436" fmla="*/ 3048499 h 6858000"/>
              <a:gd name="connsiteX437" fmla="*/ 7529369 w 12192000"/>
              <a:gd name="connsiteY437" fmla="*/ 3023596 h 6858000"/>
              <a:gd name="connsiteX438" fmla="*/ 7555488 w 12192000"/>
              <a:gd name="connsiteY438" fmla="*/ 3045251 h 6858000"/>
              <a:gd name="connsiteX439" fmla="*/ 7544604 w 12192000"/>
              <a:gd name="connsiteY439" fmla="*/ 3054995 h 6858000"/>
              <a:gd name="connsiteX440" fmla="*/ 7508690 w 12192000"/>
              <a:gd name="connsiteY440" fmla="*/ 3060410 h 6858000"/>
              <a:gd name="connsiteX441" fmla="*/ 7466243 w 12192000"/>
              <a:gd name="connsiteY441" fmla="*/ 3102637 h 6858000"/>
              <a:gd name="connsiteX442" fmla="*/ 7514131 w 12192000"/>
              <a:gd name="connsiteY442" fmla="*/ 3144867 h 6858000"/>
              <a:gd name="connsiteX443" fmla="*/ 7557665 w 12192000"/>
              <a:gd name="connsiteY443" fmla="*/ 3123212 h 6858000"/>
              <a:gd name="connsiteX444" fmla="*/ 7558755 w 12192000"/>
              <a:gd name="connsiteY444" fmla="*/ 3140536 h 6858000"/>
              <a:gd name="connsiteX445" fmla="*/ 7590315 w 12192000"/>
              <a:gd name="connsiteY445" fmla="*/ 3140536 h 6858000"/>
              <a:gd name="connsiteX446" fmla="*/ 7588140 w 12192000"/>
              <a:gd name="connsiteY446" fmla="*/ 3117796 h 6858000"/>
              <a:gd name="connsiteX447" fmla="*/ 7588140 w 12192000"/>
              <a:gd name="connsiteY447" fmla="*/ 3048499 h 6858000"/>
              <a:gd name="connsiteX448" fmla="*/ 7528279 w 12192000"/>
              <a:gd name="connsiteY448" fmla="*/ 2996526 h 6858000"/>
              <a:gd name="connsiteX449" fmla="*/ 7117970 w 12192000"/>
              <a:gd name="connsiteY449" fmla="*/ 2996526 h 6858000"/>
              <a:gd name="connsiteX450" fmla="*/ 7049403 w 12192000"/>
              <a:gd name="connsiteY450" fmla="*/ 3070154 h 6858000"/>
              <a:gd name="connsiteX451" fmla="*/ 7121235 w 12192000"/>
              <a:gd name="connsiteY451" fmla="*/ 3144867 h 6858000"/>
              <a:gd name="connsiteX452" fmla="*/ 7184360 w 12192000"/>
              <a:gd name="connsiteY452" fmla="*/ 3100472 h 6858000"/>
              <a:gd name="connsiteX453" fmla="*/ 7154975 w 12192000"/>
              <a:gd name="connsiteY453" fmla="*/ 3091811 h 6858000"/>
              <a:gd name="connsiteX454" fmla="*/ 7120148 w 12192000"/>
              <a:gd name="connsiteY454" fmla="*/ 3116714 h 6858000"/>
              <a:gd name="connsiteX455" fmla="*/ 7082053 w 12192000"/>
              <a:gd name="connsiteY455" fmla="*/ 3079900 h 6858000"/>
              <a:gd name="connsiteX456" fmla="*/ 7185448 w 12192000"/>
              <a:gd name="connsiteY456" fmla="*/ 3079900 h 6858000"/>
              <a:gd name="connsiteX457" fmla="*/ 7186535 w 12192000"/>
              <a:gd name="connsiteY457" fmla="*/ 3069071 h 6858000"/>
              <a:gd name="connsiteX458" fmla="*/ 7117970 w 12192000"/>
              <a:gd name="connsiteY458" fmla="*/ 2996526 h 6858000"/>
              <a:gd name="connsiteX459" fmla="*/ 6597733 w 12192000"/>
              <a:gd name="connsiteY459" fmla="*/ 2995443 h 6858000"/>
              <a:gd name="connsiteX460" fmla="*/ 6524813 w 12192000"/>
              <a:gd name="connsiteY460" fmla="*/ 3070153 h 6858000"/>
              <a:gd name="connsiteX461" fmla="*/ 6597733 w 12192000"/>
              <a:gd name="connsiteY461" fmla="*/ 3144866 h 6858000"/>
              <a:gd name="connsiteX462" fmla="*/ 6670655 w 12192000"/>
              <a:gd name="connsiteY462" fmla="*/ 3070153 h 6858000"/>
              <a:gd name="connsiteX463" fmla="*/ 6597733 w 12192000"/>
              <a:gd name="connsiteY463" fmla="*/ 2995443 h 6858000"/>
              <a:gd name="connsiteX464" fmla="*/ 6314761 w 12192000"/>
              <a:gd name="connsiteY464" fmla="*/ 2936972 h 6858000"/>
              <a:gd name="connsiteX465" fmla="*/ 6314761 w 12192000"/>
              <a:gd name="connsiteY465" fmla="*/ 3140533 h 6858000"/>
              <a:gd name="connsiteX466" fmla="*/ 6349589 w 12192000"/>
              <a:gd name="connsiteY466" fmla="*/ 3140533 h 6858000"/>
              <a:gd name="connsiteX467" fmla="*/ 6349589 w 12192000"/>
              <a:gd name="connsiteY467" fmla="*/ 2985697 h 6858000"/>
              <a:gd name="connsiteX468" fmla="*/ 6450806 w 12192000"/>
              <a:gd name="connsiteY468" fmla="*/ 3140533 h 6858000"/>
              <a:gd name="connsiteX469" fmla="*/ 6487811 w 12192000"/>
              <a:gd name="connsiteY469" fmla="*/ 3140533 h 6858000"/>
              <a:gd name="connsiteX470" fmla="*/ 6487811 w 12192000"/>
              <a:gd name="connsiteY470" fmla="*/ 2936972 h 6858000"/>
              <a:gd name="connsiteX471" fmla="*/ 6452983 w 12192000"/>
              <a:gd name="connsiteY471" fmla="*/ 2936972 h 6858000"/>
              <a:gd name="connsiteX472" fmla="*/ 6452983 w 12192000"/>
              <a:gd name="connsiteY472" fmla="*/ 3082065 h 6858000"/>
              <a:gd name="connsiteX473" fmla="*/ 6359385 w 12192000"/>
              <a:gd name="connsiteY473" fmla="*/ 2936972 h 6858000"/>
              <a:gd name="connsiteX474" fmla="*/ 7411824 w 12192000"/>
              <a:gd name="connsiteY474" fmla="*/ 2929394 h 6858000"/>
              <a:gd name="connsiteX475" fmla="*/ 7390057 w 12192000"/>
              <a:gd name="connsiteY475" fmla="*/ 2951049 h 6858000"/>
              <a:gd name="connsiteX476" fmla="*/ 7411824 w 12192000"/>
              <a:gd name="connsiteY476" fmla="*/ 2972706 h 6858000"/>
              <a:gd name="connsiteX477" fmla="*/ 7433591 w 12192000"/>
              <a:gd name="connsiteY477" fmla="*/ 2951049 h 6858000"/>
              <a:gd name="connsiteX478" fmla="*/ 7411824 w 12192000"/>
              <a:gd name="connsiteY478" fmla="*/ 2929394 h 6858000"/>
              <a:gd name="connsiteX479" fmla="*/ 4792149 w 12192000"/>
              <a:gd name="connsiteY479" fmla="*/ 2713922 h 6858000"/>
              <a:gd name="connsiteX480" fmla="*/ 4766027 w 12192000"/>
              <a:gd name="connsiteY480" fmla="*/ 2739910 h 6858000"/>
              <a:gd name="connsiteX481" fmla="*/ 4766027 w 12192000"/>
              <a:gd name="connsiteY481" fmla="*/ 3157860 h 6858000"/>
              <a:gd name="connsiteX482" fmla="*/ 4345921 w 12192000"/>
              <a:gd name="connsiteY482" fmla="*/ 3157860 h 6858000"/>
              <a:gd name="connsiteX483" fmla="*/ 4319803 w 12192000"/>
              <a:gd name="connsiteY483" fmla="*/ 3183845 h 6858000"/>
              <a:gd name="connsiteX484" fmla="*/ 4319803 w 12192000"/>
              <a:gd name="connsiteY484" fmla="*/ 3675422 h 6858000"/>
              <a:gd name="connsiteX485" fmla="*/ 4388368 w 12192000"/>
              <a:gd name="connsiteY485" fmla="*/ 3675422 h 6858000"/>
              <a:gd name="connsiteX486" fmla="*/ 4388368 w 12192000"/>
              <a:gd name="connsiteY486" fmla="*/ 3226074 h 6858000"/>
              <a:gd name="connsiteX487" fmla="*/ 4766027 w 12192000"/>
              <a:gd name="connsiteY487" fmla="*/ 3226074 h 6858000"/>
              <a:gd name="connsiteX488" fmla="*/ 4766027 w 12192000"/>
              <a:gd name="connsiteY488" fmla="*/ 3352757 h 6858000"/>
              <a:gd name="connsiteX489" fmla="*/ 4834595 w 12192000"/>
              <a:gd name="connsiteY489" fmla="*/ 3352757 h 6858000"/>
              <a:gd name="connsiteX490" fmla="*/ 4834595 w 12192000"/>
              <a:gd name="connsiteY490" fmla="*/ 3226074 h 6858000"/>
              <a:gd name="connsiteX491" fmla="*/ 4961933 w 12192000"/>
              <a:gd name="connsiteY491" fmla="*/ 3226074 h 6858000"/>
              <a:gd name="connsiteX492" fmla="*/ 4961933 w 12192000"/>
              <a:gd name="connsiteY492" fmla="*/ 3157860 h 6858000"/>
              <a:gd name="connsiteX493" fmla="*/ 4834595 w 12192000"/>
              <a:gd name="connsiteY493" fmla="*/ 3157860 h 6858000"/>
              <a:gd name="connsiteX494" fmla="*/ 4834595 w 12192000"/>
              <a:gd name="connsiteY494" fmla="*/ 2782137 h 6858000"/>
              <a:gd name="connsiteX495" fmla="*/ 5490872 w 12192000"/>
              <a:gd name="connsiteY495" fmla="*/ 2782137 h 6858000"/>
              <a:gd name="connsiteX496" fmla="*/ 5490872 w 12192000"/>
              <a:gd name="connsiteY496" fmla="*/ 2713922 h 6858000"/>
              <a:gd name="connsiteX497" fmla="*/ 5644333 w 12192000"/>
              <a:gd name="connsiteY497" fmla="*/ 2711757 h 6858000"/>
              <a:gd name="connsiteX498" fmla="*/ 5644333 w 12192000"/>
              <a:gd name="connsiteY498" fmla="*/ 2904489 h 6858000"/>
              <a:gd name="connsiteX499" fmla="*/ 5770581 w 12192000"/>
              <a:gd name="connsiteY499" fmla="*/ 3033340 h 6858000"/>
              <a:gd name="connsiteX500" fmla="*/ 5896830 w 12192000"/>
              <a:gd name="connsiteY500" fmla="*/ 2904489 h 6858000"/>
              <a:gd name="connsiteX501" fmla="*/ 5896830 w 12192000"/>
              <a:gd name="connsiteY501" fmla="*/ 2711757 h 6858000"/>
              <a:gd name="connsiteX502" fmla="*/ 5826088 w 12192000"/>
              <a:gd name="connsiteY502" fmla="*/ 2711757 h 6858000"/>
              <a:gd name="connsiteX503" fmla="*/ 5826088 w 12192000"/>
              <a:gd name="connsiteY503" fmla="*/ 2903406 h 6858000"/>
              <a:gd name="connsiteX504" fmla="*/ 5770581 w 12192000"/>
              <a:gd name="connsiteY504" fmla="*/ 2967291 h 6858000"/>
              <a:gd name="connsiteX505" fmla="*/ 5715074 w 12192000"/>
              <a:gd name="connsiteY505" fmla="*/ 2903406 h 6858000"/>
              <a:gd name="connsiteX506" fmla="*/ 5715074 w 12192000"/>
              <a:gd name="connsiteY506" fmla="*/ 2711757 h 6858000"/>
              <a:gd name="connsiteX507" fmla="*/ 0 w 12192000"/>
              <a:gd name="connsiteY507" fmla="*/ 0 h 6858000"/>
              <a:gd name="connsiteX508" fmla="*/ 12192000 w 12192000"/>
              <a:gd name="connsiteY508" fmla="*/ 0 h 6858000"/>
              <a:gd name="connsiteX509" fmla="*/ 12192000 w 12192000"/>
              <a:gd name="connsiteY509" fmla="*/ 6858000 h 6858000"/>
              <a:gd name="connsiteX510" fmla="*/ 0 w 12192000"/>
              <a:gd name="connsiteY5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</a:cxnLst>
            <a:rect l="l" t="t" r="r" b="b"/>
            <a:pathLst>
              <a:path w="12192000" h="6858000">
                <a:moveTo>
                  <a:pt x="4133693" y="3804273"/>
                </a:moveTo>
                <a:lnTo>
                  <a:pt x="4133693" y="4119360"/>
                </a:lnTo>
                <a:lnTo>
                  <a:pt x="4203347" y="4119360"/>
                </a:lnTo>
                <a:lnTo>
                  <a:pt x="4203347" y="3933123"/>
                </a:lnTo>
                <a:lnTo>
                  <a:pt x="4320890" y="4119360"/>
                </a:lnTo>
                <a:lnTo>
                  <a:pt x="4389457" y="4119360"/>
                </a:lnTo>
                <a:lnTo>
                  <a:pt x="4389457" y="3804273"/>
                </a:lnTo>
                <a:lnTo>
                  <a:pt x="4320890" y="3804273"/>
                </a:lnTo>
                <a:lnTo>
                  <a:pt x="4320890" y="3987261"/>
                </a:lnTo>
                <a:lnTo>
                  <a:pt x="4204435" y="3804273"/>
                </a:lnTo>
                <a:close/>
                <a:moveTo>
                  <a:pt x="7854786" y="3796695"/>
                </a:moveTo>
                <a:cubicBezTo>
                  <a:pt x="7877642" y="3796695"/>
                  <a:pt x="7888526" y="3811854"/>
                  <a:pt x="7889613" y="3828096"/>
                </a:cubicBezTo>
                <a:lnTo>
                  <a:pt x="7819958" y="3828096"/>
                </a:lnTo>
                <a:cubicBezTo>
                  <a:pt x="7821048" y="3812937"/>
                  <a:pt x="7834106" y="3796695"/>
                  <a:pt x="7854786" y="3796695"/>
                </a:cubicBezTo>
                <a:close/>
                <a:moveTo>
                  <a:pt x="7365024" y="3796695"/>
                </a:moveTo>
                <a:cubicBezTo>
                  <a:pt x="7387880" y="3796695"/>
                  <a:pt x="7398764" y="3811854"/>
                  <a:pt x="7399851" y="3828096"/>
                </a:cubicBezTo>
                <a:lnTo>
                  <a:pt x="7330196" y="3828096"/>
                </a:lnTo>
                <a:cubicBezTo>
                  <a:pt x="7331286" y="3812937"/>
                  <a:pt x="7344344" y="3796695"/>
                  <a:pt x="7365024" y="3796695"/>
                </a:cubicBezTo>
                <a:close/>
                <a:moveTo>
                  <a:pt x="6713100" y="3796695"/>
                </a:moveTo>
                <a:cubicBezTo>
                  <a:pt x="6735956" y="3796695"/>
                  <a:pt x="6746840" y="3811854"/>
                  <a:pt x="6747927" y="3828096"/>
                </a:cubicBezTo>
                <a:lnTo>
                  <a:pt x="6678272" y="3828096"/>
                </a:lnTo>
                <a:cubicBezTo>
                  <a:pt x="6679362" y="3812937"/>
                  <a:pt x="6692423" y="3796695"/>
                  <a:pt x="6713100" y="3796695"/>
                </a:cubicBezTo>
                <a:close/>
                <a:moveTo>
                  <a:pt x="7227892" y="3772872"/>
                </a:moveTo>
                <a:lnTo>
                  <a:pt x="7227892" y="3912552"/>
                </a:lnTo>
                <a:lnTo>
                  <a:pt x="7261632" y="3912552"/>
                </a:lnTo>
                <a:lnTo>
                  <a:pt x="7261632" y="3772872"/>
                </a:lnTo>
                <a:close/>
                <a:moveTo>
                  <a:pt x="6475838" y="3772872"/>
                </a:moveTo>
                <a:lnTo>
                  <a:pt x="6475838" y="3912552"/>
                </a:lnTo>
                <a:lnTo>
                  <a:pt x="6509578" y="3912552"/>
                </a:lnTo>
                <a:lnTo>
                  <a:pt x="6509578" y="3772872"/>
                </a:lnTo>
                <a:close/>
                <a:moveTo>
                  <a:pt x="8002802" y="3768542"/>
                </a:moveTo>
                <a:cubicBezTo>
                  <a:pt x="7973416" y="3768542"/>
                  <a:pt x="7950560" y="3789114"/>
                  <a:pt x="7950560" y="3814019"/>
                </a:cubicBezTo>
                <a:cubicBezTo>
                  <a:pt x="7950560" y="3833509"/>
                  <a:pt x="7963620" y="3849750"/>
                  <a:pt x="7988654" y="3855163"/>
                </a:cubicBezTo>
                <a:lnTo>
                  <a:pt x="8009331" y="3859494"/>
                </a:lnTo>
                <a:cubicBezTo>
                  <a:pt x="8020214" y="3861659"/>
                  <a:pt x="8025656" y="3867075"/>
                  <a:pt x="8025656" y="3874653"/>
                </a:cubicBezTo>
                <a:cubicBezTo>
                  <a:pt x="8025656" y="3883316"/>
                  <a:pt x="8019127" y="3890895"/>
                  <a:pt x="8004979" y="3890895"/>
                </a:cubicBezTo>
                <a:cubicBezTo>
                  <a:pt x="7987564" y="3890895"/>
                  <a:pt x="7977771" y="3880068"/>
                  <a:pt x="7976681" y="3867075"/>
                </a:cubicBezTo>
                <a:lnTo>
                  <a:pt x="7947295" y="3873570"/>
                </a:lnTo>
                <a:cubicBezTo>
                  <a:pt x="7948385" y="3889812"/>
                  <a:pt x="7964710" y="3915800"/>
                  <a:pt x="8004979" y="3915800"/>
                </a:cubicBezTo>
                <a:cubicBezTo>
                  <a:pt x="8040894" y="3915800"/>
                  <a:pt x="8058309" y="3893060"/>
                  <a:pt x="8058309" y="3871405"/>
                </a:cubicBezTo>
                <a:cubicBezTo>
                  <a:pt x="8058309" y="3850833"/>
                  <a:pt x="8044158" y="3834591"/>
                  <a:pt x="8018040" y="3829178"/>
                </a:cubicBezTo>
                <a:lnTo>
                  <a:pt x="7996270" y="3824845"/>
                </a:lnTo>
                <a:cubicBezTo>
                  <a:pt x="7987564" y="3823763"/>
                  <a:pt x="7982123" y="3818350"/>
                  <a:pt x="7982123" y="3810769"/>
                </a:cubicBezTo>
                <a:cubicBezTo>
                  <a:pt x="7982123" y="3802108"/>
                  <a:pt x="7990829" y="3794530"/>
                  <a:pt x="8002802" y="3794530"/>
                </a:cubicBezTo>
                <a:cubicBezTo>
                  <a:pt x="8021304" y="3794530"/>
                  <a:pt x="8027833" y="3807521"/>
                  <a:pt x="8028923" y="3815102"/>
                </a:cubicBezTo>
                <a:lnTo>
                  <a:pt x="8057219" y="3807521"/>
                </a:lnTo>
                <a:cubicBezTo>
                  <a:pt x="8055042" y="3793445"/>
                  <a:pt x="8041984" y="3768542"/>
                  <a:pt x="8002802" y="3768542"/>
                </a:cubicBezTo>
                <a:close/>
                <a:moveTo>
                  <a:pt x="7855875" y="3768542"/>
                </a:moveTo>
                <a:cubicBezTo>
                  <a:pt x="7819958" y="3768542"/>
                  <a:pt x="7787308" y="3797778"/>
                  <a:pt x="7787308" y="3842170"/>
                </a:cubicBezTo>
                <a:cubicBezTo>
                  <a:pt x="7787308" y="3889812"/>
                  <a:pt x="7821048" y="3916883"/>
                  <a:pt x="7859140" y="3916883"/>
                </a:cubicBezTo>
                <a:cubicBezTo>
                  <a:pt x="7892877" y="3916883"/>
                  <a:pt x="7914647" y="3897393"/>
                  <a:pt x="7922263" y="3872488"/>
                </a:cubicBezTo>
                <a:lnTo>
                  <a:pt x="7892877" y="3863827"/>
                </a:lnTo>
                <a:cubicBezTo>
                  <a:pt x="7888526" y="3877903"/>
                  <a:pt x="7878730" y="3888730"/>
                  <a:pt x="7858050" y="3888730"/>
                </a:cubicBezTo>
                <a:cubicBezTo>
                  <a:pt x="7837373" y="3888730"/>
                  <a:pt x="7821048" y="3873571"/>
                  <a:pt x="7819958" y="3851916"/>
                </a:cubicBezTo>
                <a:lnTo>
                  <a:pt x="7923353" y="3851916"/>
                </a:lnTo>
                <a:cubicBezTo>
                  <a:pt x="7924440" y="3850833"/>
                  <a:pt x="7924440" y="3846503"/>
                  <a:pt x="7924440" y="3841087"/>
                </a:cubicBezTo>
                <a:cubicBezTo>
                  <a:pt x="7924440" y="3796695"/>
                  <a:pt x="7899409" y="3768542"/>
                  <a:pt x="7855875" y="3768542"/>
                </a:cubicBezTo>
                <a:close/>
                <a:moveTo>
                  <a:pt x="7700239" y="3768542"/>
                </a:moveTo>
                <a:cubicBezTo>
                  <a:pt x="7659970" y="3768542"/>
                  <a:pt x="7628407" y="3799943"/>
                  <a:pt x="7628407" y="3843252"/>
                </a:cubicBezTo>
                <a:cubicBezTo>
                  <a:pt x="7628407" y="3886564"/>
                  <a:pt x="7659970" y="3917965"/>
                  <a:pt x="7701326" y="3917965"/>
                </a:cubicBezTo>
                <a:cubicBezTo>
                  <a:pt x="7738331" y="3917965"/>
                  <a:pt x="7759010" y="3894142"/>
                  <a:pt x="7765539" y="3872488"/>
                </a:cubicBezTo>
                <a:lnTo>
                  <a:pt x="7736154" y="3861659"/>
                </a:lnTo>
                <a:cubicBezTo>
                  <a:pt x="7732889" y="3872488"/>
                  <a:pt x="7723096" y="3887647"/>
                  <a:pt x="7701326" y="3887647"/>
                </a:cubicBezTo>
                <a:cubicBezTo>
                  <a:pt x="7680649" y="3887647"/>
                  <a:pt x="7662147" y="3871405"/>
                  <a:pt x="7662147" y="3843252"/>
                </a:cubicBezTo>
                <a:cubicBezTo>
                  <a:pt x="7662147" y="3815102"/>
                  <a:pt x="7679560" y="3799943"/>
                  <a:pt x="7700239" y="3798860"/>
                </a:cubicBezTo>
                <a:cubicBezTo>
                  <a:pt x="7720918" y="3798860"/>
                  <a:pt x="7730712" y="3812937"/>
                  <a:pt x="7733979" y="3824845"/>
                </a:cubicBezTo>
                <a:lnTo>
                  <a:pt x="7764452" y="3814019"/>
                </a:lnTo>
                <a:cubicBezTo>
                  <a:pt x="7759010" y="3792362"/>
                  <a:pt x="7738331" y="3768542"/>
                  <a:pt x="7700239" y="3768542"/>
                </a:cubicBezTo>
                <a:close/>
                <a:moveTo>
                  <a:pt x="7543517" y="3768542"/>
                </a:moveTo>
                <a:cubicBezTo>
                  <a:pt x="7528280" y="3768542"/>
                  <a:pt x="7510867" y="3775038"/>
                  <a:pt x="7502158" y="3791279"/>
                </a:cubicBezTo>
                <a:lnTo>
                  <a:pt x="7502158" y="3772873"/>
                </a:lnTo>
                <a:lnTo>
                  <a:pt x="7469508" y="3772873"/>
                </a:lnTo>
                <a:lnTo>
                  <a:pt x="7469508" y="3912552"/>
                </a:lnTo>
                <a:lnTo>
                  <a:pt x="7502158" y="3912552"/>
                </a:lnTo>
                <a:lnTo>
                  <a:pt x="7502158" y="3832426"/>
                </a:lnTo>
                <a:cubicBezTo>
                  <a:pt x="7502158" y="3814019"/>
                  <a:pt x="7511954" y="3798860"/>
                  <a:pt x="7531544" y="3798860"/>
                </a:cubicBezTo>
                <a:cubicBezTo>
                  <a:pt x="7553311" y="3798860"/>
                  <a:pt x="7560930" y="3812937"/>
                  <a:pt x="7560930" y="3830261"/>
                </a:cubicBezTo>
                <a:lnTo>
                  <a:pt x="7560930" y="3912552"/>
                </a:lnTo>
                <a:lnTo>
                  <a:pt x="7594670" y="3912552"/>
                </a:lnTo>
                <a:lnTo>
                  <a:pt x="7594670" y="3823763"/>
                </a:lnTo>
                <a:cubicBezTo>
                  <a:pt x="7594670" y="3793445"/>
                  <a:pt x="7578345" y="3768542"/>
                  <a:pt x="7543517" y="3768542"/>
                </a:cubicBezTo>
                <a:close/>
                <a:moveTo>
                  <a:pt x="7366113" y="3768542"/>
                </a:moveTo>
                <a:cubicBezTo>
                  <a:pt x="7330196" y="3768542"/>
                  <a:pt x="7297546" y="3797778"/>
                  <a:pt x="7297546" y="3842170"/>
                </a:cubicBezTo>
                <a:cubicBezTo>
                  <a:pt x="7297546" y="3889812"/>
                  <a:pt x="7331286" y="3916883"/>
                  <a:pt x="7369378" y="3916883"/>
                </a:cubicBezTo>
                <a:cubicBezTo>
                  <a:pt x="7403115" y="3916883"/>
                  <a:pt x="7424885" y="3897393"/>
                  <a:pt x="7432501" y="3872488"/>
                </a:cubicBezTo>
                <a:lnTo>
                  <a:pt x="7403115" y="3863827"/>
                </a:lnTo>
                <a:cubicBezTo>
                  <a:pt x="7398764" y="3877903"/>
                  <a:pt x="7388968" y="3888730"/>
                  <a:pt x="7368288" y="3888730"/>
                </a:cubicBezTo>
                <a:cubicBezTo>
                  <a:pt x="7347611" y="3888730"/>
                  <a:pt x="7331286" y="3873571"/>
                  <a:pt x="7330196" y="3851916"/>
                </a:cubicBezTo>
                <a:lnTo>
                  <a:pt x="7433591" y="3851916"/>
                </a:lnTo>
                <a:cubicBezTo>
                  <a:pt x="7434678" y="3850833"/>
                  <a:pt x="7434678" y="3846503"/>
                  <a:pt x="7434678" y="3841087"/>
                </a:cubicBezTo>
                <a:cubicBezTo>
                  <a:pt x="7434678" y="3796695"/>
                  <a:pt x="7409647" y="3768542"/>
                  <a:pt x="7366113" y="3768542"/>
                </a:cubicBezTo>
                <a:close/>
                <a:moveTo>
                  <a:pt x="7128851" y="3768542"/>
                </a:moveTo>
                <a:cubicBezTo>
                  <a:pt x="7088582" y="3768542"/>
                  <a:pt x="7057019" y="3799943"/>
                  <a:pt x="7057019" y="3843252"/>
                </a:cubicBezTo>
                <a:cubicBezTo>
                  <a:pt x="7057019" y="3886564"/>
                  <a:pt x="7088582" y="3917965"/>
                  <a:pt x="7129938" y="3917965"/>
                </a:cubicBezTo>
                <a:cubicBezTo>
                  <a:pt x="7166943" y="3917965"/>
                  <a:pt x="7187622" y="3894142"/>
                  <a:pt x="7194151" y="3872488"/>
                </a:cubicBezTo>
                <a:lnTo>
                  <a:pt x="7164766" y="3861659"/>
                </a:lnTo>
                <a:cubicBezTo>
                  <a:pt x="7161501" y="3872488"/>
                  <a:pt x="7151708" y="3887647"/>
                  <a:pt x="7129938" y="3887647"/>
                </a:cubicBezTo>
                <a:cubicBezTo>
                  <a:pt x="7109261" y="3887647"/>
                  <a:pt x="7090759" y="3871405"/>
                  <a:pt x="7090759" y="3843252"/>
                </a:cubicBezTo>
                <a:cubicBezTo>
                  <a:pt x="7090759" y="3815102"/>
                  <a:pt x="7108172" y="3799943"/>
                  <a:pt x="7128851" y="3798860"/>
                </a:cubicBezTo>
                <a:cubicBezTo>
                  <a:pt x="7149530" y="3798860"/>
                  <a:pt x="7159324" y="3812937"/>
                  <a:pt x="7162591" y="3824845"/>
                </a:cubicBezTo>
                <a:lnTo>
                  <a:pt x="7193064" y="3814019"/>
                </a:lnTo>
                <a:cubicBezTo>
                  <a:pt x="7187622" y="3792362"/>
                  <a:pt x="7166943" y="3768542"/>
                  <a:pt x="7128851" y="3768542"/>
                </a:cubicBezTo>
                <a:close/>
                <a:moveTo>
                  <a:pt x="6714189" y="3768542"/>
                </a:moveTo>
                <a:cubicBezTo>
                  <a:pt x="6678272" y="3768542"/>
                  <a:pt x="6645622" y="3797778"/>
                  <a:pt x="6645622" y="3842170"/>
                </a:cubicBezTo>
                <a:cubicBezTo>
                  <a:pt x="6645622" y="3889812"/>
                  <a:pt x="6679362" y="3916883"/>
                  <a:pt x="6717454" y="3916883"/>
                </a:cubicBezTo>
                <a:cubicBezTo>
                  <a:pt x="6751194" y="3916883"/>
                  <a:pt x="6772961" y="3897393"/>
                  <a:pt x="6780579" y="3872488"/>
                </a:cubicBezTo>
                <a:lnTo>
                  <a:pt x="6751194" y="3863827"/>
                </a:lnTo>
                <a:cubicBezTo>
                  <a:pt x="6746840" y="3877903"/>
                  <a:pt x="6737044" y="3888730"/>
                  <a:pt x="6716367" y="3888730"/>
                </a:cubicBezTo>
                <a:cubicBezTo>
                  <a:pt x="6695687" y="3888730"/>
                  <a:pt x="6679362" y="3873571"/>
                  <a:pt x="6678272" y="3851916"/>
                </a:cubicBezTo>
                <a:lnTo>
                  <a:pt x="6781667" y="3851916"/>
                </a:lnTo>
                <a:cubicBezTo>
                  <a:pt x="6782754" y="3850833"/>
                  <a:pt x="6782754" y="3846503"/>
                  <a:pt x="6782754" y="3841087"/>
                </a:cubicBezTo>
                <a:cubicBezTo>
                  <a:pt x="6782754" y="3796695"/>
                  <a:pt x="6757723" y="3768542"/>
                  <a:pt x="6714189" y="3768542"/>
                </a:cubicBezTo>
                <a:close/>
                <a:moveTo>
                  <a:pt x="6314761" y="3708988"/>
                </a:moveTo>
                <a:lnTo>
                  <a:pt x="6314761" y="3912549"/>
                </a:lnTo>
                <a:lnTo>
                  <a:pt x="6443187" y="3912549"/>
                </a:lnTo>
                <a:lnTo>
                  <a:pt x="6443187" y="3880066"/>
                </a:lnTo>
                <a:lnTo>
                  <a:pt x="6349589" y="3880066"/>
                </a:lnTo>
                <a:lnTo>
                  <a:pt x="6349589" y="3708988"/>
                </a:lnTo>
                <a:close/>
                <a:moveTo>
                  <a:pt x="6957981" y="3704658"/>
                </a:moveTo>
                <a:cubicBezTo>
                  <a:pt x="6919889" y="3704658"/>
                  <a:pt x="6888326" y="3732811"/>
                  <a:pt x="6888326" y="3767460"/>
                </a:cubicBezTo>
                <a:cubicBezTo>
                  <a:pt x="6888326" y="3797778"/>
                  <a:pt x="6909006" y="3818350"/>
                  <a:pt x="6940566" y="3824846"/>
                </a:cubicBezTo>
                <a:lnTo>
                  <a:pt x="6969952" y="3831344"/>
                </a:lnTo>
                <a:cubicBezTo>
                  <a:pt x="6987366" y="3834592"/>
                  <a:pt x="6997162" y="3845418"/>
                  <a:pt x="6997162" y="3858412"/>
                </a:cubicBezTo>
                <a:cubicBezTo>
                  <a:pt x="6997162" y="3874653"/>
                  <a:pt x="6985189" y="3886564"/>
                  <a:pt x="6960158" y="3886564"/>
                </a:cubicBezTo>
                <a:cubicBezTo>
                  <a:pt x="6930772" y="3886564"/>
                  <a:pt x="6915535" y="3867075"/>
                  <a:pt x="6913357" y="3845418"/>
                </a:cubicBezTo>
                <a:lnTo>
                  <a:pt x="6880707" y="3854081"/>
                </a:lnTo>
                <a:cubicBezTo>
                  <a:pt x="6883972" y="3883317"/>
                  <a:pt x="6907916" y="3916883"/>
                  <a:pt x="6960158" y="3916883"/>
                </a:cubicBezTo>
                <a:cubicBezTo>
                  <a:pt x="7006956" y="3916883"/>
                  <a:pt x="7033077" y="3886564"/>
                  <a:pt x="7033077" y="3855164"/>
                </a:cubicBezTo>
                <a:cubicBezTo>
                  <a:pt x="7033077" y="3827011"/>
                  <a:pt x="7013488" y="3804273"/>
                  <a:pt x="6977570" y="3796695"/>
                </a:cubicBezTo>
                <a:lnTo>
                  <a:pt x="6948185" y="3790197"/>
                </a:lnTo>
                <a:cubicBezTo>
                  <a:pt x="6931860" y="3786949"/>
                  <a:pt x="6924241" y="3777203"/>
                  <a:pt x="6924241" y="3764212"/>
                </a:cubicBezTo>
                <a:cubicBezTo>
                  <a:pt x="6924241" y="3749053"/>
                  <a:pt x="6938391" y="3734976"/>
                  <a:pt x="6959068" y="3734976"/>
                </a:cubicBezTo>
                <a:cubicBezTo>
                  <a:pt x="6986279" y="3734976"/>
                  <a:pt x="6997162" y="3753383"/>
                  <a:pt x="6999337" y="3766377"/>
                </a:cubicBezTo>
                <a:lnTo>
                  <a:pt x="7029813" y="3756631"/>
                </a:lnTo>
                <a:cubicBezTo>
                  <a:pt x="7025458" y="3733894"/>
                  <a:pt x="7005869" y="3704658"/>
                  <a:pt x="6957981" y="3704658"/>
                </a:cubicBezTo>
                <a:close/>
                <a:moveTo>
                  <a:pt x="6612973" y="3703575"/>
                </a:moveTo>
                <a:cubicBezTo>
                  <a:pt x="6584674" y="3703575"/>
                  <a:pt x="6563995" y="3721982"/>
                  <a:pt x="6563995" y="3753383"/>
                </a:cubicBezTo>
                <a:lnTo>
                  <a:pt x="6563995" y="3772872"/>
                </a:lnTo>
                <a:lnTo>
                  <a:pt x="6538963" y="3772872"/>
                </a:lnTo>
                <a:lnTo>
                  <a:pt x="6538963" y="3802108"/>
                </a:lnTo>
                <a:lnTo>
                  <a:pt x="6563995" y="3802108"/>
                </a:lnTo>
                <a:lnTo>
                  <a:pt x="6563995" y="3912549"/>
                </a:lnTo>
                <a:lnTo>
                  <a:pt x="6597735" y="3912549"/>
                </a:lnTo>
                <a:lnTo>
                  <a:pt x="6597735" y="3802108"/>
                </a:lnTo>
                <a:lnTo>
                  <a:pt x="6630385" y="3802108"/>
                </a:lnTo>
                <a:lnTo>
                  <a:pt x="6630385" y="3772872"/>
                </a:lnTo>
                <a:lnTo>
                  <a:pt x="6597735" y="3772872"/>
                </a:lnTo>
                <a:lnTo>
                  <a:pt x="6597735" y="3754465"/>
                </a:lnTo>
                <a:cubicBezTo>
                  <a:pt x="6597735" y="3737141"/>
                  <a:pt x="6608618" y="3732811"/>
                  <a:pt x="6618414" y="3733893"/>
                </a:cubicBezTo>
                <a:cubicBezTo>
                  <a:pt x="6624944" y="3733893"/>
                  <a:pt x="6628208" y="3734976"/>
                  <a:pt x="6630385" y="3734976"/>
                </a:cubicBezTo>
                <a:lnTo>
                  <a:pt x="6630385" y="3706823"/>
                </a:lnTo>
                <a:cubicBezTo>
                  <a:pt x="6628208" y="3705740"/>
                  <a:pt x="6621679" y="3703575"/>
                  <a:pt x="6612973" y="3703575"/>
                </a:cubicBezTo>
                <a:close/>
                <a:moveTo>
                  <a:pt x="7244217" y="3701410"/>
                </a:moveTo>
                <a:cubicBezTo>
                  <a:pt x="7232246" y="3701410"/>
                  <a:pt x="7222450" y="3711156"/>
                  <a:pt x="7222450" y="3723065"/>
                </a:cubicBezTo>
                <a:cubicBezTo>
                  <a:pt x="7222450" y="3734976"/>
                  <a:pt x="7232246" y="3744722"/>
                  <a:pt x="7244217" y="3744722"/>
                </a:cubicBezTo>
                <a:cubicBezTo>
                  <a:pt x="7256191" y="3744722"/>
                  <a:pt x="7265984" y="3734976"/>
                  <a:pt x="7265984" y="3723065"/>
                </a:cubicBezTo>
                <a:cubicBezTo>
                  <a:pt x="7265984" y="3711156"/>
                  <a:pt x="7256191" y="3701410"/>
                  <a:pt x="7244217" y="3701410"/>
                </a:cubicBezTo>
                <a:close/>
                <a:moveTo>
                  <a:pt x="6492163" y="3701410"/>
                </a:moveTo>
                <a:cubicBezTo>
                  <a:pt x="6480192" y="3701410"/>
                  <a:pt x="6470396" y="3711156"/>
                  <a:pt x="6470396" y="3723065"/>
                </a:cubicBezTo>
                <a:cubicBezTo>
                  <a:pt x="6470396" y="3734976"/>
                  <a:pt x="6480192" y="3744722"/>
                  <a:pt x="6492163" y="3744722"/>
                </a:cubicBezTo>
                <a:cubicBezTo>
                  <a:pt x="6504137" y="3744722"/>
                  <a:pt x="6513930" y="3734976"/>
                  <a:pt x="6513930" y="3723065"/>
                </a:cubicBezTo>
                <a:cubicBezTo>
                  <a:pt x="6513930" y="3711156"/>
                  <a:pt x="6504137" y="3701410"/>
                  <a:pt x="6492163" y="3701410"/>
                </a:cubicBezTo>
                <a:close/>
                <a:moveTo>
                  <a:pt x="4644132" y="3481608"/>
                </a:moveTo>
                <a:lnTo>
                  <a:pt x="4644132" y="3796694"/>
                </a:lnTo>
                <a:lnTo>
                  <a:pt x="4713787" y="3796694"/>
                </a:lnTo>
                <a:lnTo>
                  <a:pt x="4713787" y="3618036"/>
                </a:lnTo>
                <a:lnTo>
                  <a:pt x="4778000" y="3792362"/>
                </a:lnTo>
                <a:lnTo>
                  <a:pt x="4829154" y="3792362"/>
                </a:lnTo>
                <a:lnTo>
                  <a:pt x="4893366" y="3620202"/>
                </a:lnTo>
                <a:lnTo>
                  <a:pt x="4893366" y="3796694"/>
                </a:lnTo>
                <a:lnTo>
                  <a:pt x="4961933" y="3796694"/>
                </a:lnTo>
                <a:lnTo>
                  <a:pt x="4961933" y="3481608"/>
                </a:lnTo>
                <a:lnTo>
                  <a:pt x="4878128" y="3481608"/>
                </a:lnTo>
                <a:lnTo>
                  <a:pt x="4804121" y="3679755"/>
                </a:lnTo>
                <a:lnTo>
                  <a:pt x="4731200" y="3481608"/>
                </a:lnTo>
                <a:close/>
                <a:moveTo>
                  <a:pt x="7813428" y="3412310"/>
                </a:moveTo>
                <a:cubicBezTo>
                  <a:pt x="7834107" y="3412310"/>
                  <a:pt x="7852610" y="3427469"/>
                  <a:pt x="7852610" y="3456702"/>
                </a:cubicBezTo>
                <a:cubicBezTo>
                  <a:pt x="7852610" y="3485938"/>
                  <a:pt x="7834107" y="3501097"/>
                  <a:pt x="7813428" y="3501097"/>
                </a:cubicBezTo>
                <a:cubicBezTo>
                  <a:pt x="7792751" y="3501097"/>
                  <a:pt x="7774248" y="3485938"/>
                  <a:pt x="7774248" y="3456702"/>
                </a:cubicBezTo>
                <a:cubicBezTo>
                  <a:pt x="7774248" y="3427469"/>
                  <a:pt x="7792751" y="3412310"/>
                  <a:pt x="7813428" y="3412310"/>
                </a:cubicBezTo>
                <a:close/>
                <a:moveTo>
                  <a:pt x="6968862" y="3410145"/>
                </a:moveTo>
                <a:cubicBezTo>
                  <a:pt x="6991718" y="3410145"/>
                  <a:pt x="7002602" y="3425304"/>
                  <a:pt x="7003689" y="3441544"/>
                </a:cubicBezTo>
                <a:lnTo>
                  <a:pt x="6934034" y="3441544"/>
                </a:lnTo>
                <a:cubicBezTo>
                  <a:pt x="6935124" y="3426387"/>
                  <a:pt x="6948185" y="3410145"/>
                  <a:pt x="6968862" y="3410145"/>
                </a:cubicBezTo>
                <a:close/>
                <a:moveTo>
                  <a:pt x="6741398" y="3387406"/>
                </a:moveTo>
                <a:lnTo>
                  <a:pt x="6799082" y="3527083"/>
                </a:lnTo>
                <a:lnTo>
                  <a:pt x="6832820" y="3527083"/>
                </a:lnTo>
                <a:lnTo>
                  <a:pt x="6886149" y="3387406"/>
                </a:lnTo>
                <a:lnTo>
                  <a:pt x="6851322" y="3387406"/>
                </a:lnTo>
                <a:lnTo>
                  <a:pt x="6815407" y="3487021"/>
                </a:lnTo>
                <a:lnTo>
                  <a:pt x="6778403" y="3387406"/>
                </a:lnTo>
                <a:close/>
                <a:moveTo>
                  <a:pt x="7323667" y="3387405"/>
                </a:moveTo>
                <a:lnTo>
                  <a:pt x="7323667" y="3527085"/>
                </a:lnTo>
                <a:lnTo>
                  <a:pt x="7357407" y="3527085"/>
                </a:lnTo>
                <a:lnTo>
                  <a:pt x="7357407" y="3387405"/>
                </a:lnTo>
                <a:close/>
                <a:moveTo>
                  <a:pt x="6680450" y="3387405"/>
                </a:moveTo>
                <a:lnTo>
                  <a:pt x="6680450" y="3527085"/>
                </a:lnTo>
                <a:lnTo>
                  <a:pt x="6714190" y="3527085"/>
                </a:lnTo>
                <a:lnTo>
                  <a:pt x="6714190" y="3387405"/>
                </a:lnTo>
                <a:close/>
                <a:moveTo>
                  <a:pt x="7495629" y="3386323"/>
                </a:moveTo>
                <a:lnTo>
                  <a:pt x="7555488" y="3509758"/>
                </a:lnTo>
                <a:lnTo>
                  <a:pt x="7521750" y="3583389"/>
                </a:lnTo>
                <a:lnTo>
                  <a:pt x="7558755" y="3583389"/>
                </a:lnTo>
                <a:lnTo>
                  <a:pt x="7648000" y="3386323"/>
                </a:lnTo>
                <a:lnTo>
                  <a:pt x="7612085" y="3386323"/>
                </a:lnTo>
                <a:lnTo>
                  <a:pt x="7573990" y="3475110"/>
                </a:lnTo>
                <a:lnTo>
                  <a:pt x="7533721" y="3386323"/>
                </a:lnTo>
                <a:close/>
                <a:moveTo>
                  <a:pt x="7146266" y="3386323"/>
                </a:moveTo>
                <a:cubicBezTo>
                  <a:pt x="7127763" y="3386323"/>
                  <a:pt x="7112528" y="3394986"/>
                  <a:pt x="7105996" y="3410143"/>
                </a:cubicBezTo>
                <a:lnTo>
                  <a:pt x="7105996" y="3387406"/>
                </a:lnTo>
                <a:lnTo>
                  <a:pt x="7073346" y="3387406"/>
                </a:lnTo>
                <a:lnTo>
                  <a:pt x="7073346" y="3527082"/>
                </a:lnTo>
                <a:lnTo>
                  <a:pt x="7107086" y="3527082"/>
                </a:lnTo>
                <a:lnTo>
                  <a:pt x="7107086" y="3459950"/>
                </a:lnTo>
                <a:cubicBezTo>
                  <a:pt x="7107086" y="3433965"/>
                  <a:pt x="7119057" y="3418806"/>
                  <a:pt x="7145178" y="3418806"/>
                </a:cubicBezTo>
                <a:lnTo>
                  <a:pt x="7154974" y="3419781"/>
                </a:lnTo>
                <a:lnTo>
                  <a:pt x="7154974" y="3419889"/>
                </a:lnTo>
                <a:lnTo>
                  <a:pt x="7156062" y="3419889"/>
                </a:lnTo>
                <a:lnTo>
                  <a:pt x="7154974" y="3419781"/>
                </a:lnTo>
                <a:lnTo>
                  <a:pt x="7154974" y="3387406"/>
                </a:lnTo>
                <a:cubicBezTo>
                  <a:pt x="7153884" y="3387406"/>
                  <a:pt x="7150620" y="3386323"/>
                  <a:pt x="7146266" y="3386323"/>
                </a:cubicBezTo>
                <a:close/>
                <a:moveTo>
                  <a:pt x="6969951" y="3383075"/>
                </a:moveTo>
                <a:cubicBezTo>
                  <a:pt x="6934034" y="3383075"/>
                  <a:pt x="6901384" y="3412311"/>
                  <a:pt x="6901384" y="3456703"/>
                </a:cubicBezTo>
                <a:cubicBezTo>
                  <a:pt x="6901384" y="3504345"/>
                  <a:pt x="6935124" y="3531416"/>
                  <a:pt x="6973216" y="3531416"/>
                </a:cubicBezTo>
                <a:cubicBezTo>
                  <a:pt x="7006956" y="3531416"/>
                  <a:pt x="7028723" y="3511926"/>
                  <a:pt x="7036341" y="3487021"/>
                </a:cubicBezTo>
                <a:lnTo>
                  <a:pt x="7006956" y="3478360"/>
                </a:lnTo>
                <a:cubicBezTo>
                  <a:pt x="7002602" y="3492436"/>
                  <a:pt x="6992806" y="3503263"/>
                  <a:pt x="6972129" y="3503263"/>
                </a:cubicBezTo>
                <a:cubicBezTo>
                  <a:pt x="6951449" y="3503263"/>
                  <a:pt x="6935124" y="3488104"/>
                  <a:pt x="6934034" y="3466449"/>
                </a:cubicBezTo>
                <a:lnTo>
                  <a:pt x="7037429" y="3466449"/>
                </a:lnTo>
                <a:cubicBezTo>
                  <a:pt x="7038516" y="3465366"/>
                  <a:pt x="7038516" y="3461036"/>
                  <a:pt x="7038516" y="3455620"/>
                </a:cubicBezTo>
                <a:cubicBezTo>
                  <a:pt x="7038516" y="3411228"/>
                  <a:pt x="7013485" y="3383075"/>
                  <a:pt x="6969951" y="3383075"/>
                </a:cubicBezTo>
                <a:close/>
                <a:moveTo>
                  <a:pt x="6584674" y="3383075"/>
                </a:moveTo>
                <a:cubicBezTo>
                  <a:pt x="6569437" y="3383075"/>
                  <a:pt x="6552024" y="3389571"/>
                  <a:pt x="6543315" y="3405812"/>
                </a:cubicBezTo>
                <a:lnTo>
                  <a:pt x="6543315" y="3387406"/>
                </a:lnTo>
                <a:lnTo>
                  <a:pt x="6510665" y="3387406"/>
                </a:lnTo>
                <a:lnTo>
                  <a:pt x="6510665" y="3527085"/>
                </a:lnTo>
                <a:lnTo>
                  <a:pt x="6544405" y="3527085"/>
                </a:lnTo>
                <a:lnTo>
                  <a:pt x="6544405" y="3446959"/>
                </a:lnTo>
                <a:cubicBezTo>
                  <a:pt x="6544405" y="3428552"/>
                  <a:pt x="6554199" y="3413393"/>
                  <a:pt x="6573791" y="3413393"/>
                </a:cubicBezTo>
                <a:cubicBezTo>
                  <a:pt x="6594468" y="3413393"/>
                  <a:pt x="6602087" y="3427470"/>
                  <a:pt x="6602087" y="3444794"/>
                </a:cubicBezTo>
                <a:lnTo>
                  <a:pt x="6602087" y="3527085"/>
                </a:lnTo>
                <a:lnTo>
                  <a:pt x="6635827" y="3527085"/>
                </a:lnTo>
                <a:lnTo>
                  <a:pt x="6635827" y="3438296"/>
                </a:lnTo>
                <a:cubicBezTo>
                  <a:pt x="6635827" y="3407978"/>
                  <a:pt x="6619502" y="3383075"/>
                  <a:pt x="6584674" y="3383075"/>
                </a:cubicBezTo>
                <a:close/>
                <a:moveTo>
                  <a:pt x="7813428" y="3381992"/>
                </a:moveTo>
                <a:cubicBezTo>
                  <a:pt x="7770981" y="3381992"/>
                  <a:pt x="7740508" y="3413393"/>
                  <a:pt x="7740508" y="3456702"/>
                </a:cubicBezTo>
                <a:cubicBezTo>
                  <a:pt x="7740508" y="3500014"/>
                  <a:pt x="7772071" y="3531415"/>
                  <a:pt x="7813428" y="3531415"/>
                </a:cubicBezTo>
                <a:cubicBezTo>
                  <a:pt x="7855874" y="3531415"/>
                  <a:pt x="7886350" y="3500014"/>
                  <a:pt x="7886350" y="3456702"/>
                </a:cubicBezTo>
                <a:cubicBezTo>
                  <a:pt x="7886350" y="3413393"/>
                  <a:pt x="7854787" y="3381992"/>
                  <a:pt x="7813428" y="3381992"/>
                </a:cubicBezTo>
                <a:close/>
                <a:moveTo>
                  <a:pt x="7231158" y="3381992"/>
                </a:moveTo>
                <a:cubicBezTo>
                  <a:pt x="7201772" y="3381992"/>
                  <a:pt x="7178916" y="3402564"/>
                  <a:pt x="7178916" y="3427469"/>
                </a:cubicBezTo>
                <a:cubicBezTo>
                  <a:pt x="7178916" y="3446959"/>
                  <a:pt x="7191976" y="3463201"/>
                  <a:pt x="7217010" y="3468614"/>
                </a:cubicBezTo>
                <a:lnTo>
                  <a:pt x="7237687" y="3472944"/>
                </a:lnTo>
                <a:cubicBezTo>
                  <a:pt x="7248570" y="3475112"/>
                  <a:pt x="7254012" y="3480525"/>
                  <a:pt x="7254012" y="3488103"/>
                </a:cubicBezTo>
                <a:cubicBezTo>
                  <a:pt x="7254012" y="3496767"/>
                  <a:pt x="7247483" y="3504345"/>
                  <a:pt x="7233335" y="3504345"/>
                </a:cubicBezTo>
                <a:cubicBezTo>
                  <a:pt x="7215920" y="3504345"/>
                  <a:pt x="7206127" y="3493519"/>
                  <a:pt x="7205037" y="3480525"/>
                </a:cubicBezTo>
                <a:lnTo>
                  <a:pt x="7175651" y="3488103"/>
                </a:lnTo>
                <a:cubicBezTo>
                  <a:pt x="7176741" y="3504345"/>
                  <a:pt x="7193066" y="3530333"/>
                  <a:pt x="7233335" y="3530333"/>
                </a:cubicBezTo>
                <a:cubicBezTo>
                  <a:pt x="7269250" y="3530333"/>
                  <a:pt x="7286665" y="3507595"/>
                  <a:pt x="7286665" y="3485938"/>
                </a:cubicBezTo>
                <a:cubicBezTo>
                  <a:pt x="7286665" y="3465366"/>
                  <a:pt x="7272514" y="3449124"/>
                  <a:pt x="7246396" y="3443711"/>
                </a:cubicBezTo>
                <a:lnTo>
                  <a:pt x="7224626" y="3439378"/>
                </a:lnTo>
                <a:cubicBezTo>
                  <a:pt x="7215920" y="3437213"/>
                  <a:pt x="7210479" y="3431800"/>
                  <a:pt x="7210479" y="3424221"/>
                </a:cubicBezTo>
                <a:cubicBezTo>
                  <a:pt x="7210479" y="3415558"/>
                  <a:pt x="7219185" y="3407980"/>
                  <a:pt x="7231158" y="3407980"/>
                </a:cubicBezTo>
                <a:cubicBezTo>
                  <a:pt x="7249660" y="3407980"/>
                  <a:pt x="7256189" y="3420971"/>
                  <a:pt x="7257279" y="3428552"/>
                </a:cubicBezTo>
                <a:lnTo>
                  <a:pt x="7285575" y="3420971"/>
                </a:lnTo>
                <a:cubicBezTo>
                  <a:pt x="7283398" y="3406897"/>
                  <a:pt x="7270340" y="3381992"/>
                  <a:pt x="7231158" y="3381992"/>
                </a:cubicBezTo>
                <a:close/>
                <a:moveTo>
                  <a:pt x="7415089" y="3344096"/>
                </a:moveTo>
                <a:lnTo>
                  <a:pt x="7415089" y="3364668"/>
                </a:lnTo>
                <a:cubicBezTo>
                  <a:pt x="7415089" y="3376579"/>
                  <a:pt x="7408560" y="3386323"/>
                  <a:pt x="7393322" y="3386323"/>
                </a:cubicBezTo>
                <a:lnTo>
                  <a:pt x="7385703" y="3386323"/>
                </a:lnTo>
                <a:lnTo>
                  <a:pt x="7385703" y="3415558"/>
                </a:lnTo>
                <a:lnTo>
                  <a:pt x="7411824" y="3415558"/>
                </a:lnTo>
                <a:lnTo>
                  <a:pt x="7411824" y="3485938"/>
                </a:lnTo>
                <a:cubicBezTo>
                  <a:pt x="7411824" y="3511926"/>
                  <a:pt x="7428149" y="3527085"/>
                  <a:pt x="7454270" y="3527085"/>
                </a:cubicBezTo>
                <a:cubicBezTo>
                  <a:pt x="7466241" y="3527085"/>
                  <a:pt x="7472772" y="3524919"/>
                  <a:pt x="7474947" y="3523837"/>
                </a:cubicBezTo>
                <a:lnTo>
                  <a:pt x="7474947" y="3496766"/>
                </a:lnTo>
                <a:cubicBezTo>
                  <a:pt x="7472772" y="3496766"/>
                  <a:pt x="7467331" y="3497849"/>
                  <a:pt x="7462977" y="3497849"/>
                </a:cubicBezTo>
                <a:cubicBezTo>
                  <a:pt x="7451006" y="3497849"/>
                  <a:pt x="7445562" y="3492436"/>
                  <a:pt x="7445562" y="3480525"/>
                </a:cubicBezTo>
                <a:lnTo>
                  <a:pt x="7445562" y="3415558"/>
                </a:lnTo>
                <a:lnTo>
                  <a:pt x="7474947" y="3415558"/>
                </a:lnTo>
                <a:lnTo>
                  <a:pt x="7474947" y="3386323"/>
                </a:lnTo>
                <a:lnTo>
                  <a:pt x="7445562" y="3386323"/>
                </a:lnTo>
                <a:lnTo>
                  <a:pt x="7445562" y="3344096"/>
                </a:lnTo>
                <a:close/>
                <a:moveTo>
                  <a:pt x="6312584" y="3322439"/>
                </a:moveTo>
                <a:lnTo>
                  <a:pt x="6312584" y="3455620"/>
                </a:lnTo>
                <a:cubicBezTo>
                  <a:pt x="6312584" y="3505428"/>
                  <a:pt x="6346324" y="3531413"/>
                  <a:pt x="6388768" y="3531413"/>
                </a:cubicBezTo>
                <a:cubicBezTo>
                  <a:pt x="6431215" y="3531413"/>
                  <a:pt x="6464955" y="3504345"/>
                  <a:pt x="6464955" y="3455620"/>
                </a:cubicBezTo>
                <a:lnTo>
                  <a:pt x="6464955" y="3322439"/>
                </a:lnTo>
                <a:lnTo>
                  <a:pt x="6430127" y="3322439"/>
                </a:lnTo>
                <a:lnTo>
                  <a:pt x="6430127" y="3453455"/>
                </a:lnTo>
                <a:cubicBezTo>
                  <a:pt x="6430127" y="3481606"/>
                  <a:pt x="6413802" y="3497847"/>
                  <a:pt x="6387681" y="3497847"/>
                </a:cubicBezTo>
                <a:cubicBezTo>
                  <a:pt x="6362649" y="3497847"/>
                  <a:pt x="6346324" y="3482691"/>
                  <a:pt x="6346324" y="3453455"/>
                </a:cubicBezTo>
                <a:lnTo>
                  <a:pt x="6346324" y="3322439"/>
                </a:lnTo>
                <a:close/>
                <a:moveTo>
                  <a:pt x="7978859" y="3317026"/>
                </a:moveTo>
                <a:cubicBezTo>
                  <a:pt x="7950560" y="3317026"/>
                  <a:pt x="7929881" y="3335433"/>
                  <a:pt x="7929881" y="3366834"/>
                </a:cubicBezTo>
                <a:lnTo>
                  <a:pt x="7929881" y="3386323"/>
                </a:lnTo>
                <a:lnTo>
                  <a:pt x="7904849" y="3386323"/>
                </a:lnTo>
                <a:lnTo>
                  <a:pt x="7904849" y="3415559"/>
                </a:lnTo>
                <a:lnTo>
                  <a:pt x="7929881" y="3415559"/>
                </a:lnTo>
                <a:lnTo>
                  <a:pt x="7929881" y="3526000"/>
                </a:lnTo>
                <a:lnTo>
                  <a:pt x="7963621" y="3526000"/>
                </a:lnTo>
                <a:lnTo>
                  <a:pt x="7963621" y="3415559"/>
                </a:lnTo>
                <a:lnTo>
                  <a:pt x="7996271" y="3415559"/>
                </a:lnTo>
                <a:lnTo>
                  <a:pt x="7996271" y="3386323"/>
                </a:lnTo>
                <a:lnTo>
                  <a:pt x="7963621" y="3386323"/>
                </a:lnTo>
                <a:lnTo>
                  <a:pt x="7963621" y="3367916"/>
                </a:lnTo>
                <a:cubicBezTo>
                  <a:pt x="7963621" y="3350592"/>
                  <a:pt x="7975594" y="3347344"/>
                  <a:pt x="7984300" y="3347344"/>
                </a:cubicBezTo>
                <a:cubicBezTo>
                  <a:pt x="7990830" y="3347344"/>
                  <a:pt x="7994094" y="3347344"/>
                  <a:pt x="7996271" y="3348427"/>
                </a:cubicBezTo>
                <a:lnTo>
                  <a:pt x="7996271" y="3320274"/>
                </a:lnTo>
                <a:cubicBezTo>
                  <a:pt x="7994094" y="3319191"/>
                  <a:pt x="7987565" y="3317026"/>
                  <a:pt x="7978859" y="3317026"/>
                </a:cubicBezTo>
                <a:close/>
                <a:moveTo>
                  <a:pt x="7339992" y="3315943"/>
                </a:moveTo>
                <a:cubicBezTo>
                  <a:pt x="7328021" y="3315943"/>
                  <a:pt x="7318225" y="3325689"/>
                  <a:pt x="7318225" y="3337598"/>
                </a:cubicBezTo>
                <a:cubicBezTo>
                  <a:pt x="7318225" y="3349509"/>
                  <a:pt x="7328021" y="3359255"/>
                  <a:pt x="7339992" y="3359255"/>
                </a:cubicBezTo>
                <a:cubicBezTo>
                  <a:pt x="7351966" y="3359255"/>
                  <a:pt x="7361759" y="3349509"/>
                  <a:pt x="7361759" y="3337598"/>
                </a:cubicBezTo>
                <a:cubicBezTo>
                  <a:pt x="7361759" y="3325689"/>
                  <a:pt x="7351966" y="3315943"/>
                  <a:pt x="7339992" y="3315943"/>
                </a:cubicBezTo>
                <a:close/>
                <a:moveTo>
                  <a:pt x="6696775" y="3315943"/>
                </a:moveTo>
                <a:cubicBezTo>
                  <a:pt x="6685892" y="3315943"/>
                  <a:pt x="6675008" y="3325689"/>
                  <a:pt x="6675008" y="3337598"/>
                </a:cubicBezTo>
                <a:cubicBezTo>
                  <a:pt x="6675008" y="3349509"/>
                  <a:pt x="6684804" y="3359255"/>
                  <a:pt x="6696775" y="3359255"/>
                </a:cubicBezTo>
                <a:cubicBezTo>
                  <a:pt x="6708749" y="3359255"/>
                  <a:pt x="6718542" y="3349509"/>
                  <a:pt x="6718542" y="3337598"/>
                </a:cubicBezTo>
                <a:cubicBezTo>
                  <a:pt x="6718542" y="3325689"/>
                  <a:pt x="6708749" y="3315943"/>
                  <a:pt x="6696775" y="3315943"/>
                </a:cubicBezTo>
                <a:close/>
                <a:moveTo>
                  <a:pt x="5214431" y="3220659"/>
                </a:moveTo>
                <a:lnTo>
                  <a:pt x="5275379" y="3220659"/>
                </a:lnTo>
                <a:cubicBezTo>
                  <a:pt x="5318913" y="3220659"/>
                  <a:pt x="5318913" y="3247729"/>
                  <a:pt x="5318913" y="3256390"/>
                </a:cubicBezTo>
                <a:cubicBezTo>
                  <a:pt x="5318913" y="3283460"/>
                  <a:pt x="5291705" y="3287790"/>
                  <a:pt x="5274290" y="3287790"/>
                </a:cubicBezTo>
                <a:lnTo>
                  <a:pt x="5214431" y="3287790"/>
                </a:lnTo>
                <a:close/>
                <a:moveTo>
                  <a:pt x="5662834" y="3147031"/>
                </a:moveTo>
                <a:lnTo>
                  <a:pt x="5662834" y="3607208"/>
                </a:lnTo>
                <a:lnTo>
                  <a:pt x="5285175" y="3607208"/>
                </a:lnTo>
                <a:lnTo>
                  <a:pt x="5285175" y="3481608"/>
                </a:lnTo>
                <a:lnTo>
                  <a:pt x="5216608" y="3481608"/>
                </a:lnTo>
                <a:lnTo>
                  <a:pt x="5216608" y="3607208"/>
                </a:lnTo>
                <a:lnTo>
                  <a:pt x="5090359" y="3607208"/>
                </a:lnTo>
                <a:lnTo>
                  <a:pt x="5090359" y="3675422"/>
                </a:lnTo>
                <a:lnTo>
                  <a:pt x="5216608" y="3675422"/>
                </a:lnTo>
                <a:lnTo>
                  <a:pt x="5216608" y="4051145"/>
                </a:lnTo>
                <a:lnTo>
                  <a:pt x="4542915" y="4051145"/>
                </a:lnTo>
                <a:lnTo>
                  <a:pt x="4542915" y="4119360"/>
                </a:lnTo>
                <a:lnTo>
                  <a:pt x="5259054" y="4119360"/>
                </a:lnTo>
                <a:cubicBezTo>
                  <a:pt x="5273202" y="4119360"/>
                  <a:pt x="5285175" y="4107448"/>
                  <a:pt x="5285175" y="4093372"/>
                </a:cubicBezTo>
                <a:lnTo>
                  <a:pt x="5285175" y="3675422"/>
                </a:lnTo>
                <a:lnTo>
                  <a:pt x="5705281" y="3675422"/>
                </a:lnTo>
                <a:cubicBezTo>
                  <a:pt x="5719428" y="3675422"/>
                  <a:pt x="5731400" y="3663513"/>
                  <a:pt x="5731400" y="3649437"/>
                </a:cubicBezTo>
                <a:lnTo>
                  <a:pt x="5731400" y="3147031"/>
                </a:lnTo>
                <a:close/>
                <a:moveTo>
                  <a:pt x="5215520" y="3099389"/>
                </a:moveTo>
                <a:lnTo>
                  <a:pt x="5275379" y="3099389"/>
                </a:lnTo>
                <a:cubicBezTo>
                  <a:pt x="5300410" y="3099389"/>
                  <a:pt x="5313471" y="3110217"/>
                  <a:pt x="5313471" y="3129707"/>
                </a:cubicBezTo>
                <a:cubicBezTo>
                  <a:pt x="5313471" y="3142701"/>
                  <a:pt x="5310206" y="3158942"/>
                  <a:pt x="5276467" y="3158942"/>
                </a:cubicBezTo>
                <a:lnTo>
                  <a:pt x="5215520" y="3158942"/>
                </a:lnTo>
                <a:close/>
                <a:moveTo>
                  <a:pt x="7555488" y="3075569"/>
                </a:moveTo>
                <a:lnTo>
                  <a:pt x="7555488" y="3082065"/>
                </a:lnTo>
                <a:cubicBezTo>
                  <a:pt x="7555488" y="3109135"/>
                  <a:pt x="7539163" y="3118879"/>
                  <a:pt x="7520660" y="3118879"/>
                </a:cubicBezTo>
                <a:cubicBezTo>
                  <a:pt x="7507600" y="3118879"/>
                  <a:pt x="7499983" y="3110218"/>
                  <a:pt x="7499983" y="3100472"/>
                </a:cubicBezTo>
                <a:cubicBezTo>
                  <a:pt x="7499983" y="3088561"/>
                  <a:pt x="7508690" y="3083148"/>
                  <a:pt x="7518486" y="3080982"/>
                </a:cubicBezTo>
                <a:close/>
                <a:moveTo>
                  <a:pt x="5144777" y="3036588"/>
                </a:moveTo>
                <a:lnTo>
                  <a:pt x="5144777" y="3352757"/>
                </a:lnTo>
                <a:lnTo>
                  <a:pt x="5272115" y="3352757"/>
                </a:lnTo>
                <a:cubicBezTo>
                  <a:pt x="5301500" y="3352757"/>
                  <a:pt x="5331973" y="3350592"/>
                  <a:pt x="5357005" y="3331102"/>
                </a:cubicBezTo>
                <a:cubicBezTo>
                  <a:pt x="5378774" y="3313778"/>
                  <a:pt x="5390746" y="3288873"/>
                  <a:pt x="5390746" y="3257475"/>
                </a:cubicBezTo>
                <a:cubicBezTo>
                  <a:pt x="5390746" y="3229322"/>
                  <a:pt x="5377684" y="3204417"/>
                  <a:pt x="5355918" y="3189258"/>
                </a:cubicBezTo>
                <a:cubicBezTo>
                  <a:pt x="5376597" y="3173019"/>
                  <a:pt x="5385303" y="3147031"/>
                  <a:pt x="5384215" y="3125376"/>
                </a:cubicBezTo>
                <a:cubicBezTo>
                  <a:pt x="5384215" y="3097224"/>
                  <a:pt x="5370065" y="3069071"/>
                  <a:pt x="5346121" y="3053912"/>
                </a:cubicBezTo>
                <a:cubicBezTo>
                  <a:pt x="5327619" y="3042003"/>
                  <a:pt x="5303675" y="3036588"/>
                  <a:pt x="5272115" y="3036588"/>
                </a:cubicBezTo>
                <a:close/>
                <a:moveTo>
                  <a:pt x="7282311" y="3026844"/>
                </a:moveTo>
                <a:cubicBezTo>
                  <a:pt x="7302990" y="3026844"/>
                  <a:pt x="7318226" y="3042003"/>
                  <a:pt x="7318226" y="3065823"/>
                </a:cubicBezTo>
                <a:cubicBezTo>
                  <a:pt x="7318226" y="3089645"/>
                  <a:pt x="7304078" y="3105884"/>
                  <a:pt x="7282311" y="3105884"/>
                </a:cubicBezTo>
                <a:cubicBezTo>
                  <a:pt x="7259454" y="3105884"/>
                  <a:pt x="7245306" y="3090728"/>
                  <a:pt x="7245306" y="3065823"/>
                </a:cubicBezTo>
                <a:cubicBezTo>
                  <a:pt x="7245306" y="3042003"/>
                  <a:pt x="7260544" y="3026844"/>
                  <a:pt x="7282311" y="3026844"/>
                </a:cubicBezTo>
                <a:close/>
                <a:moveTo>
                  <a:pt x="6597733" y="3025761"/>
                </a:moveTo>
                <a:cubicBezTo>
                  <a:pt x="6618412" y="3025761"/>
                  <a:pt x="6636915" y="3040920"/>
                  <a:pt x="6636915" y="3070153"/>
                </a:cubicBezTo>
                <a:cubicBezTo>
                  <a:pt x="6636915" y="3099389"/>
                  <a:pt x="6618412" y="3114548"/>
                  <a:pt x="6597733" y="3114548"/>
                </a:cubicBezTo>
                <a:cubicBezTo>
                  <a:pt x="6577056" y="3114548"/>
                  <a:pt x="6558553" y="3099389"/>
                  <a:pt x="6558553" y="3070153"/>
                </a:cubicBezTo>
                <a:cubicBezTo>
                  <a:pt x="6558553" y="3040920"/>
                  <a:pt x="6577056" y="3025761"/>
                  <a:pt x="6597733" y="3025761"/>
                </a:cubicBezTo>
                <a:close/>
                <a:moveTo>
                  <a:pt x="7116881" y="3023596"/>
                </a:moveTo>
                <a:cubicBezTo>
                  <a:pt x="7139737" y="3023596"/>
                  <a:pt x="7150621" y="3038753"/>
                  <a:pt x="7151708" y="3054995"/>
                </a:cubicBezTo>
                <a:lnTo>
                  <a:pt x="7082053" y="3054995"/>
                </a:lnTo>
                <a:cubicBezTo>
                  <a:pt x="7083143" y="3039838"/>
                  <a:pt x="7096204" y="3023596"/>
                  <a:pt x="7116881" y="3023596"/>
                </a:cubicBezTo>
                <a:close/>
                <a:moveTo>
                  <a:pt x="7395499" y="3000856"/>
                </a:moveTo>
                <a:lnTo>
                  <a:pt x="7395499" y="3140536"/>
                </a:lnTo>
                <a:lnTo>
                  <a:pt x="7429239" y="3140536"/>
                </a:lnTo>
                <a:lnTo>
                  <a:pt x="7429239" y="3000856"/>
                </a:lnTo>
                <a:close/>
                <a:moveTo>
                  <a:pt x="6805611" y="3000856"/>
                </a:moveTo>
                <a:lnTo>
                  <a:pt x="6851322" y="3140533"/>
                </a:lnTo>
                <a:lnTo>
                  <a:pt x="6886149" y="3140533"/>
                </a:lnTo>
                <a:lnTo>
                  <a:pt x="6919889" y="3039835"/>
                </a:lnTo>
                <a:lnTo>
                  <a:pt x="6954716" y="3140533"/>
                </a:lnTo>
                <a:lnTo>
                  <a:pt x="6988454" y="3140533"/>
                </a:lnTo>
                <a:lnTo>
                  <a:pt x="7033077" y="3000856"/>
                </a:lnTo>
                <a:lnTo>
                  <a:pt x="6999337" y="3000856"/>
                </a:lnTo>
                <a:lnTo>
                  <a:pt x="6971041" y="3097224"/>
                </a:lnTo>
                <a:lnTo>
                  <a:pt x="6938391" y="3000856"/>
                </a:lnTo>
                <a:lnTo>
                  <a:pt x="6902474" y="3000856"/>
                </a:lnTo>
                <a:lnTo>
                  <a:pt x="6869824" y="3097224"/>
                </a:lnTo>
                <a:lnTo>
                  <a:pt x="6841526" y="3000856"/>
                </a:lnTo>
                <a:close/>
                <a:moveTo>
                  <a:pt x="6779491" y="2999774"/>
                </a:moveTo>
                <a:cubicBezTo>
                  <a:pt x="6760988" y="2999774"/>
                  <a:pt x="6745753" y="3008437"/>
                  <a:pt x="6739221" y="3023594"/>
                </a:cubicBezTo>
                <a:lnTo>
                  <a:pt x="6739221" y="3000857"/>
                </a:lnTo>
                <a:lnTo>
                  <a:pt x="6706571" y="3000857"/>
                </a:lnTo>
                <a:lnTo>
                  <a:pt x="6706571" y="3140533"/>
                </a:lnTo>
                <a:lnTo>
                  <a:pt x="6740311" y="3140533"/>
                </a:lnTo>
                <a:lnTo>
                  <a:pt x="6740311" y="3073401"/>
                </a:lnTo>
                <a:cubicBezTo>
                  <a:pt x="6740311" y="3047416"/>
                  <a:pt x="6752282" y="3032257"/>
                  <a:pt x="6778403" y="3032257"/>
                </a:cubicBezTo>
                <a:lnTo>
                  <a:pt x="6788199" y="3033232"/>
                </a:lnTo>
                <a:lnTo>
                  <a:pt x="6788199" y="3033340"/>
                </a:lnTo>
                <a:lnTo>
                  <a:pt x="6789287" y="3033340"/>
                </a:lnTo>
                <a:lnTo>
                  <a:pt x="6788199" y="3033232"/>
                </a:lnTo>
                <a:lnTo>
                  <a:pt x="6788199" y="3000857"/>
                </a:lnTo>
                <a:cubicBezTo>
                  <a:pt x="6787109" y="3000857"/>
                  <a:pt x="6783845" y="2999774"/>
                  <a:pt x="6779491" y="2999774"/>
                </a:cubicBezTo>
                <a:close/>
                <a:moveTo>
                  <a:pt x="7275782" y="2997608"/>
                </a:moveTo>
                <a:cubicBezTo>
                  <a:pt x="7236600" y="2997608"/>
                  <a:pt x="7210479" y="3027926"/>
                  <a:pt x="7210479" y="3065823"/>
                </a:cubicBezTo>
                <a:cubicBezTo>
                  <a:pt x="7210479" y="3104802"/>
                  <a:pt x="7238777" y="3134037"/>
                  <a:pt x="7275782" y="3134037"/>
                </a:cubicBezTo>
                <a:cubicBezTo>
                  <a:pt x="7296459" y="3134037"/>
                  <a:pt x="7310609" y="3124293"/>
                  <a:pt x="7317138" y="3113465"/>
                </a:cubicBezTo>
                <a:lnTo>
                  <a:pt x="7317138" y="3128624"/>
                </a:lnTo>
                <a:cubicBezTo>
                  <a:pt x="7317138" y="3157859"/>
                  <a:pt x="7302990" y="3170851"/>
                  <a:pt x="7276869" y="3170851"/>
                </a:cubicBezTo>
                <a:cubicBezTo>
                  <a:pt x="7258367" y="3170851"/>
                  <a:pt x="7244219" y="3157859"/>
                  <a:pt x="7242042" y="3140535"/>
                </a:cubicBezTo>
                <a:lnTo>
                  <a:pt x="7210479" y="3149196"/>
                </a:lnTo>
                <a:cubicBezTo>
                  <a:pt x="7214834" y="3177349"/>
                  <a:pt x="7240955" y="3200086"/>
                  <a:pt x="7277957" y="3200086"/>
                </a:cubicBezTo>
                <a:cubicBezTo>
                  <a:pt x="7330199" y="3200086"/>
                  <a:pt x="7349788" y="3165438"/>
                  <a:pt x="7349788" y="3127541"/>
                </a:cubicBezTo>
                <a:lnTo>
                  <a:pt x="7349788" y="3000856"/>
                </a:lnTo>
                <a:lnTo>
                  <a:pt x="7317138" y="3000856"/>
                </a:lnTo>
                <a:lnTo>
                  <a:pt x="7317138" y="3018180"/>
                </a:lnTo>
                <a:cubicBezTo>
                  <a:pt x="7311696" y="3006271"/>
                  <a:pt x="7297549" y="2997608"/>
                  <a:pt x="7275782" y="2997608"/>
                </a:cubicBezTo>
                <a:close/>
                <a:moveTo>
                  <a:pt x="7706770" y="2996526"/>
                </a:moveTo>
                <a:cubicBezTo>
                  <a:pt x="7691533" y="2996526"/>
                  <a:pt x="7674120" y="3003022"/>
                  <a:pt x="7665411" y="3019263"/>
                </a:cubicBezTo>
                <a:lnTo>
                  <a:pt x="7665411" y="3000857"/>
                </a:lnTo>
                <a:lnTo>
                  <a:pt x="7632761" y="3000857"/>
                </a:lnTo>
                <a:lnTo>
                  <a:pt x="7632761" y="3140536"/>
                </a:lnTo>
                <a:lnTo>
                  <a:pt x="7665411" y="3140536"/>
                </a:lnTo>
                <a:lnTo>
                  <a:pt x="7665411" y="3060410"/>
                </a:lnTo>
                <a:cubicBezTo>
                  <a:pt x="7665411" y="3042003"/>
                  <a:pt x="7675207" y="3026844"/>
                  <a:pt x="7694797" y="3026844"/>
                </a:cubicBezTo>
                <a:cubicBezTo>
                  <a:pt x="7716564" y="3026844"/>
                  <a:pt x="7724183" y="3040921"/>
                  <a:pt x="7724183" y="3058245"/>
                </a:cubicBezTo>
                <a:lnTo>
                  <a:pt x="7724183" y="3140536"/>
                </a:lnTo>
                <a:lnTo>
                  <a:pt x="7757923" y="3140536"/>
                </a:lnTo>
                <a:lnTo>
                  <a:pt x="7757923" y="3051747"/>
                </a:lnTo>
                <a:cubicBezTo>
                  <a:pt x="7757923" y="3021429"/>
                  <a:pt x="7741598" y="2996526"/>
                  <a:pt x="7706770" y="2996526"/>
                </a:cubicBezTo>
                <a:close/>
                <a:moveTo>
                  <a:pt x="7528279" y="2996526"/>
                </a:moveTo>
                <a:cubicBezTo>
                  <a:pt x="7494542" y="2996526"/>
                  <a:pt x="7471685" y="3018181"/>
                  <a:pt x="7469508" y="3042003"/>
                </a:cubicBezTo>
                <a:lnTo>
                  <a:pt x="7499983" y="3048499"/>
                </a:lnTo>
                <a:cubicBezTo>
                  <a:pt x="7502158" y="3034423"/>
                  <a:pt x="7511954" y="3023596"/>
                  <a:pt x="7529369" y="3023596"/>
                </a:cubicBezTo>
                <a:cubicBezTo>
                  <a:pt x="7547871" y="3023596"/>
                  <a:pt x="7555488" y="3033340"/>
                  <a:pt x="7555488" y="3045251"/>
                </a:cubicBezTo>
                <a:cubicBezTo>
                  <a:pt x="7555488" y="3049582"/>
                  <a:pt x="7552223" y="3053912"/>
                  <a:pt x="7544604" y="3054995"/>
                </a:cubicBezTo>
                <a:lnTo>
                  <a:pt x="7508690" y="3060410"/>
                </a:lnTo>
                <a:cubicBezTo>
                  <a:pt x="7484746" y="3063658"/>
                  <a:pt x="7466243" y="3077735"/>
                  <a:pt x="7466243" y="3102637"/>
                </a:cubicBezTo>
                <a:cubicBezTo>
                  <a:pt x="7466243" y="3124294"/>
                  <a:pt x="7484746" y="3144867"/>
                  <a:pt x="7514131" y="3144867"/>
                </a:cubicBezTo>
                <a:cubicBezTo>
                  <a:pt x="7536986" y="3144867"/>
                  <a:pt x="7551136" y="3134038"/>
                  <a:pt x="7557665" y="3123212"/>
                </a:cubicBezTo>
                <a:cubicBezTo>
                  <a:pt x="7557665" y="3134038"/>
                  <a:pt x="7558755" y="3139453"/>
                  <a:pt x="7558755" y="3140536"/>
                </a:cubicBezTo>
                <a:lnTo>
                  <a:pt x="7590315" y="3140536"/>
                </a:lnTo>
                <a:cubicBezTo>
                  <a:pt x="7589228" y="3138368"/>
                  <a:pt x="7588140" y="3130790"/>
                  <a:pt x="7588140" y="3117796"/>
                </a:cubicBezTo>
                <a:lnTo>
                  <a:pt x="7588140" y="3048499"/>
                </a:lnTo>
                <a:cubicBezTo>
                  <a:pt x="7588140" y="3021429"/>
                  <a:pt x="7571813" y="2996526"/>
                  <a:pt x="7528279" y="2996526"/>
                </a:cubicBezTo>
                <a:close/>
                <a:moveTo>
                  <a:pt x="7117970" y="2996526"/>
                </a:moveTo>
                <a:cubicBezTo>
                  <a:pt x="7082053" y="2996526"/>
                  <a:pt x="7049403" y="3025762"/>
                  <a:pt x="7049403" y="3070154"/>
                </a:cubicBezTo>
                <a:cubicBezTo>
                  <a:pt x="7049403" y="3117796"/>
                  <a:pt x="7083143" y="3144867"/>
                  <a:pt x="7121235" y="3144867"/>
                </a:cubicBezTo>
                <a:cubicBezTo>
                  <a:pt x="7154975" y="3144867"/>
                  <a:pt x="7176742" y="3125377"/>
                  <a:pt x="7184360" y="3100472"/>
                </a:cubicBezTo>
                <a:lnTo>
                  <a:pt x="7154975" y="3091811"/>
                </a:lnTo>
                <a:cubicBezTo>
                  <a:pt x="7150621" y="3105885"/>
                  <a:pt x="7140825" y="3116714"/>
                  <a:pt x="7120148" y="3116714"/>
                </a:cubicBezTo>
                <a:cubicBezTo>
                  <a:pt x="7099468" y="3116714"/>
                  <a:pt x="7083143" y="3101555"/>
                  <a:pt x="7082053" y="3079900"/>
                </a:cubicBezTo>
                <a:lnTo>
                  <a:pt x="7185448" y="3079900"/>
                </a:lnTo>
                <a:cubicBezTo>
                  <a:pt x="7186535" y="3078817"/>
                  <a:pt x="7186535" y="3074487"/>
                  <a:pt x="7186535" y="3069071"/>
                </a:cubicBezTo>
                <a:cubicBezTo>
                  <a:pt x="7186535" y="3024679"/>
                  <a:pt x="7161504" y="2996526"/>
                  <a:pt x="7117970" y="2996526"/>
                </a:cubicBezTo>
                <a:close/>
                <a:moveTo>
                  <a:pt x="6597733" y="2995443"/>
                </a:moveTo>
                <a:cubicBezTo>
                  <a:pt x="6555286" y="2995443"/>
                  <a:pt x="6524813" y="3026844"/>
                  <a:pt x="6524813" y="3070153"/>
                </a:cubicBezTo>
                <a:cubicBezTo>
                  <a:pt x="6524813" y="3113465"/>
                  <a:pt x="6556376" y="3144866"/>
                  <a:pt x="6597733" y="3144866"/>
                </a:cubicBezTo>
                <a:cubicBezTo>
                  <a:pt x="6640179" y="3144866"/>
                  <a:pt x="6670655" y="3113465"/>
                  <a:pt x="6670655" y="3070153"/>
                </a:cubicBezTo>
                <a:cubicBezTo>
                  <a:pt x="6670655" y="3027926"/>
                  <a:pt x="6640179" y="2996526"/>
                  <a:pt x="6597733" y="2995443"/>
                </a:cubicBezTo>
                <a:close/>
                <a:moveTo>
                  <a:pt x="6314761" y="2936972"/>
                </a:moveTo>
                <a:lnTo>
                  <a:pt x="6314761" y="3140533"/>
                </a:lnTo>
                <a:lnTo>
                  <a:pt x="6349589" y="3140533"/>
                </a:lnTo>
                <a:lnTo>
                  <a:pt x="6349589" y="2985697"/>
                </a:lnTo>
                <a:lnTo>
                  <a:pt x="6450806" y="3140533"/>
                </a:lnTo>
                <a:lnTo>
                  <a:pt x="6487811" y="3140533"/>
                </a:lnTo>
                <a:lnTo>
                  <a:pt x="6487811" y="2936972"/>
                </a:lnTo>
                <a:lnTo>
                  <a:pt x="6452983" y="2936972"/>
                </a:lnTo>
                <a:lnTo>
                  <a:pt x="6452983" y="3082065"/>
                </a:lnTo>
                <a:lnTo>
                  <a:pt x="6359385" y="2936972"/>
                </a:lnTo>
                <a:close/>
                <a:moveTo>
                  <a:pt x="7411824" y="2929394"/>
                </a:moveTo>
                <a:cubicBezTo>
                  <a:pt x="7399853" y="2929394"/>
                  <a:pt x="7390057" y="2939140"/>
                  <a:pt x="7390057" y="2951049"/>
                </a:cubicBezTo>
                <a:cubicBezTo>
                  <a:pt x="7390057" y="2962960"/>
                  <a:pt x="7399853" y="2972706"/>
                  <a:pt x="7411824" y="2972706"/>
                </a:cubicBezTo>
                <a:cubicBezTo>
                  <a:pt x="7423798" y="2972706"/>
                  <a:pt x="7433591" y="2962960"/>
                  <a:pt x="7433591" y="2951049"/>
                </a:cubicBezTo>
                <a:cubicBezTo>
                  <a:pt x="7433591" y="2939140"/>
                  <a:pt x="7423798" y="2929394"/>
                  <a:pt x="7411824" y="2929394"/>
                </a:cubicBezTo>
                <a:close/>
                <a:moveTo>
                  <a:pt x="4792149" y="2713922"/>
                </a:moveTo>
                <a:cubicBezTo>
                  <a:pt x="4778000" y="2713922"/>
                  <a:pt x="4766027" y="2725833"/>
                  <a:pt x="4766027" y="2739910"/>
                </a:cubicBezTo>
                <a:lnTo>
                  <a:pt x="4766027" y="3157860"/>
                </a:lnTo>
                <a:lnTo>
                  <a:pt x="4345921" y="3157860"/>
                </a:lnTo>
                <a:cubicBezTo>
                  <a:pt x="4331773" y="3157860"/>
                  <a:pt x="4319803" y="3169769"/>
                  <a:pt x="4319803" y="3183845"/>
                </a:cubicBezTo>
                <a:lnTo>
                  <a:pt x="4319803" y="3675422"/>
                </a:lnTo>
                <a:lnTo>
                  <a:pt x="4388368" y="3675422"/>
                </a:lnTo>
                <a:lnTo>
                  <a:pt x="4388368" y="3226074"/>
                </a:lnTo>
                <a:lnTo>
                  <a:pt x="4766027" y="3226074"/>
                </a:lnTo>
                <a:lnTo>
                  <a:pt x="4766027" y="3352757"/>
                </a:lnTo>
                <a:lnTo>
                  <a:pt x="4834595" y="3352757"/>
                </a:lnTo>
                <a:lnTo>
                  <a:pt x="4834595" y="3226074"/>
                </a:lnTo>
                <a:lnTo>
                  <a:pt x="4961933" y="3226074"/>
                </a:lnTo>
                <a:lnTo>
                  <a:pt x="4961933" y="3157860"/>
                </a:lnTo>
                <a:lnTo>
                  <a:pt x="4834595" y="3157860"/>
                </a:lnTo>
                <a:lnTo>
                  <a:pt x="4834595" y="2782137"/>
                </a:lnTo>
                <a:lnTo>
                  <a:pt x="5490872" y="2782137"/>
                </a:lnTo>
                <a:lnTo>
                  <a:pt x="5490872" y="2713922"/>
                </a:lnTo>
                <a:close/>
                <a:moveTo>
                  <a:pt x="5644333" y="2711757"/>
                </a:moveTo>
                <a:lnTo>
                  <a:pt x="5644333" y="2904489"/>
                </a:lnTo>
                <a:cubicBezTo>
                  <a:pt x="5644333" y="2983532"/>
                  <a:pt x="5692220" y="3033340"/>
                  <a:pt x="5770581" y="3033340"/>
                </a:cubicBezTo>
                <a:cubicBezTo>
                  <a:pt x="5850032" y="3033340"/>
                  <a:pt x="5896830" y="2985697"/>
                  <a:pt x="5896830" y="2904489"/>
                </a:cubicBezTo>
                <a:lnTo>
                  <a:pt x="5896830" y="2711757"/>
                </a:lnTo>
                <a:lnTo>
                  <a:pt x="5826088" y="2711757"/>
                </a:lnTo>
                <a:lnTo>
                  <a:pt x="5826088" y="2903406"/>
                </a:lnTo>
                <a:cubicBezTo>
                  <a:pt x="5826088" y="2932642"/>
                  <a:pt x="5816292" y="2967291"/>
                  <a:pt x="5770581" y="2967291"/>
                </a:cubicBezTo>
                <a:cubicBezTo>
                  <a:pt x="5724870" y="2967291"/>
                  <a:pt x="5715074" y="2932642"/>
                  <a:pt x="5715074" y="2903406"/>
                </a:cubicBezTo>
                <a:lnTo>
                  <a:pt x="5715074" y="271175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nb-NO"/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7D935F9B-2F57-5BBA-DE42-B8B56EB025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512752" y="3054341"/>
            <a:ext cx="5588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0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(norsk) - lys gradi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ssholder for bilde 153">
            <a:extLst>
              <a:ext uri="{FF2B5EF4-FFF2-40B4-BE49-F238E27FC236}">
                <a16:creationId xmlns:a16="http://schemas.microsoft.com/office/drawing/2014/main" id="{37589B60-1E9E-DEF5-113C-EC3CD9465B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852583 w 12192000"/>
              <a:gd name="connsiteY0" fmla="*/ 3804956 h 6858000"/>
              <a:gd name="connsiteX1" fmla="*/ 3852583 w 12192000"/>
              <a:gd name="connsiteY1" fmla="*/ 4120240 h 6858000"/>
              <a:gd name="connsiteX2" fmla="*/ 3923370 w 12192000"/>
              <a:gd name="connsiteY2" fmla="*/ 4120240 h 6858000"/>
              <a:gd name="connsiteX3" fmla="*/ 3923370 w 12192000"/>
              <a:gd name="connsiteY3" fmla="*/ 3933887 h 6858000"/>
              <a:gd name="connsiteX4" fmla="*/ 4040987 w 12192000"/>
              <a:gd name="connsiteY4" fmla="*/ 4120240 h 6858000"/>
              <a:gd name="connsiteX5" fmla="*/ 4109596 w 12192000"/>
              <a:gd name="connsiteY5" fmla="*/ 4120240 h 6858000"/>
              <a:gd name="connsiteX6" fmla="*/ 4109596 w 12192000"/>
              <a:gd name="connsiteY6" fmla="*/ 3804956 h 6858000"/>
              <a:gd name="connsiteX7" fmla="*/ 4039897 w 12192000"/>
              <a:gd name="connsiteY7" fmla="*/ 3804956 h 6858000"/>
              <a:gd name="connsiteX8" fmla="*/ 4039897 w 12192000"/>
              <a:gd name="connsiteY8" fmla="*/ 3988059 h 6858000"/>
              <a:gd name="connsiteX9" fmla="*/ 3923370 w 12192000"/>
              <a:gd name="connsiteY9" fmla="*/ 3804956 h 6858000"/>
              <a:gd name="connsiteX10" fmla="*/ 7262357 w 12192000"/>
              <a:gd name="connsiteY10" fmla="*/ 3797372 h 6858000"/>
              <a:gd name="connsiteX11" fmla="*/ 7297206 w 12192000"/>
              <a:gd name="connsiteY11" fmla="*/ 3828792 h 6858000"/>
              <a:gd name="connsiteX12" fmla="*/ 7227508 w 12192000"/>
              <a:gd name="connsiteY12" fmla="*/ 3828792 h 6858000"/>
              <a:gd name="connsiteX13" fmla="*/ 7262357 w 12192000"/>
              <a:gd name="connsiteY13" fmla="*/ 3797372 h 6858000"/>
              <a:gd name="connsiteX14" fmla="*/ 6662298 w 12192000"/>
              <a:gd name="connsiteY14" fmla="*/ 3797372 h 6858000"/>
              <a:gd name="connsiteX15" fmla="*/ 6697148 w 12192000"/>
              <a:gd name="connsiteY15" fmla="*/ 3828792 h 6858000"/>
              <a:gd name="connsiteX16" fmla="*/ 6627449 w 12192000"/>
              <a:gd name="connsiteY16" fmla="*/ 3828792 h 6858000"/>
              <a:gd name="connsiteX17" fmla="*/ 6662298 w 12192000"/>
              <a:gd name="connsiteY17" fmla="*/ 3797372 h 6858000"/>
              <a:gd name="connsiteX18" fmla="*/ 7016235 w 12192000"/>
              <a:gd name="connsiteY18" fmla="*/ 3774620 h 6858000"/>
              <a:gd name="connsiteX19" fmla="*/ 7016235 w 12192000"/>
              <a:gd name="connsiteY19" fmla="*/ 3914384 h 6858000"/>
              <a:gd name="connsiteX20" fmla="*/ 7049995 w 12192000"/>
              <a:gd name="connsiteY20" fmla="*/ 3914384 h 6858000"/>
              <a:gd name="connsiteX21" fmla="*/ 7049995 w 12192000"/>
              <a:gd name="connsiteY21" fmla="*/ 3774620 h 6858000"/>
              <a:gd name="connsiteX22" fmla="*/ 6433600 w 12192000"/>
              <a:gd name="connsiteY22" fmla="*/ 3774620 h 6858000"/>
              <a:gd name="connsiteX23" fmla="*/ 6491319 w 12192000"/>
              <a:gd name="connsiteY23" fmla="*/ 3914385 h 6858000"/>
              <a:gd name="connsiteX24" fmla="*/ 6525079 w 12192000"/>
              <a:gd name="connsiteY24" fmla="*/ 3914385 h 6858000"/>
              <a:gd name="connsiteX25" fmla="*/ 6578442 w 12192000"/>
              <a:gd name="connsiteY25" fmla="*/ 3774620 h 6858000"/>
              <a:gd name="connsiteX26" fmla="*/ 6543593 w 12192000"/>
              <a:gd name="connsiteY26" fmla="*/ 3774620 h 6858000"/>
              <a:gd name="connsiteX27" fmla="*/ 6507655 w 12192000"/>
              <a:gd name="connsiteY27" fmla="*/ 3874297 h 6858000"/>
              <a:gd name="connsiteX28" fmla="*/ 6470627 w 12192000"/>
              <a:gd name="connsiteY28" fmla="*/ 3774620 h 6858000"/>
              <a:gd name="connsiteX29" fmla="*/ 6372614 w 12192000"/>
              <a:gd name="connsiteY29" fmla="*/ 3774620 h 6858000"/>
              <a:gd name="connsiteX30" fmla="*/ 6372614 w 12192000"/>
              <a:gd name="connsiteY30" fmla="*/ 3914384 h 6858000"/>
              <a:gd name="connsiteX31" fmla="*/ 6406374 w 12192000"/>
              <a:gd name="connsiteY31" fmla="*/ 3914384 h 6858000"/>
              <a:gd name="connsiteX32" fmla="*/ 6406374 w 12192000"/>
              <a:gd name="connsiteY32" fmla="*/ 3774620 h 6858000"/>
              <a:gd name="connsiteX33" fmla="*/ 6031745 w 12192000"/>
              <a:gd name="connsiteY33" fmla="*/ 3774620 h 6858000"/>
              <a:gd name="connsiteX34" fmla="*/ 6031745 w 12192000"/>
              <a:gd name="connsiteY34" fmla="*/ 3863463 h 6858000"/>
              <a:gd name="connsiteX35" fmla="*/ 6085108 w 12192000"/>
              <a:gd name="connsiteY35" fmla="*/ 3918719 h 6858000"/>
              <a:gd name="connsiteX36" fmla="*/ 6125402 w 12192000"/>
              <a:gd name="connsiteY36" fmla="*/ 3900300 h 6858000"/>
              <a:gd name="connsiteX37" fmla="*/ 6126491 w 12192000"/>
              <a:gd name="connsiteY37" fmla="*/ 3915468 h 6858000"/>
              <a:gd name="connsiteX38" fmla="*/ 6158073 w 12192000"/>
              <a:gd name="connsiteY38" fmla="*/ 3915468 h 6858000"/>
              <a:gd name="connsiteX39" fmla="*/ 6156984 w 12192000"/>
              <a:gd name="connsiteY39" fmla="*/ 3889465 h 6858000"/>
              <a:gd name="connsiteX40" fmla="*/ 6156984 w 12192000"/>
              <a:gd name="connsiteY40" fmla="*/ 3774620 h 6858000"/>
              <a:gd name="connsiteX41" fmla="*/ 6123224 w 12192000"/>
              <a:gd name="connsiteY41" fmla="*/ 3774620 h 6858000"/>
              <a:gd name="connsiteX42" fmla="*/ 6123224 w 12192000"/>
              <a:gd name="connsiteY42" fmla="*/ 3856962 h 6858000"/>
              <a:gd name="connsiteX43" fmla="*/ 6093821 w 12192000"/>
              <a:gd name="connsiteY43" fmla="*/ 3888382 h 6858000"/>
              <a:gd name="connsiteX44" fmla="*/ 6065505 w 12192000"/>
              <a:gd name="connsiteY44" fmla="*/ 3856962 h 6858000"/>
              <a:gd name="connsiteX45" fmla="*/ 6065505 w 12192000"/>
              <a:gd name="connsiteY45" fmla="*/ 3774620 h 6858000"/>
              <a:gd name="connsiteX46" fmla="*/ 6838722 w 12192000"/>
              <a:gd name="connsiteY46" fmla="*/ 3773536 h 6858000"/>
              <a:gd name="connsiteX47" fmla="*/ 6798428 w 12192000"/>
              <a:gd name="connsiteY47" fmla="*/ 3797372 h 6858000"/>
              <a:gd name="connsiteX48" fmla="*/ 6798428 w 12192000"/>
              <a:gd name="connsiteY48" fmla="*/ 3774619 h 6858000"/>
              <a:gd name="connsiteX49" fmla="*/ 6765757 w 12192000"/>
              <a:gd name="connsiteY49" fmla="*/ 3774619 h 6858000"/>
              <a:gd name="connsiteX50" fmla="*/ 6765757 w 12192000"/>
              <a:gd name="connsiteY50" fmla="*/ 3914384 h 6858000"/>
              <a:gd name="connsiteX51" fmla="*/ 6799517 w 12192000"/>
              <a:gd name="connsiteY51" fmla="*/ 3914384 h 6858000"/>
              <a:gd name="connsiteX52" fmla="*/ 6799517 w 12192000"/>
              <a:gd name="connsiteY52" fmla="*/ 3847211 h 6858000"/>
              <a:gd name="connsiteX53" fmla="*/ 6837633 w 12192000"/>
              <a:gd name="connsiteY53" fmla="*/ 3806039 h 6858000"/>
              <a:gd name="connsiteX54" fmla="*/ 6847435 w 12192000"/>
              <a:gd name="connsiteY54" fmla="*/ 3807015 h 6858000"/>
              <a:gd name="connsiteX55" fmla="*/ 6847435 w 12192000"/>
              <a:gd name="connsiteY55" fmla="*/ 3807123 h 6858000"/>
              <a:gd name="connsiteX56" fmla="*/ 6848524 w 12192000"/>
              <a:gd name="connsiteY56" fmla="*/ 3807123 h 6858000"/>
              <a:gd name="connsiteX57" fmla="*/ 6847435 w 12192000"/>
              <a:gd name="connsiteY57" fmla="*/ 3807015 h 6858000"/>
              <a:gd name="connsiteX58" fmla="*/ 6847435 w 12192000"/>
              <a:gd name="connsiteY58" fmla="*/ 3774619 h 6858000"/>
              <a:gd name="connsiteX59" fmla="*/ 6838722 w 12192000"/>
              <a:gd name="connsiteY59" fmla="*/ 3773536 h 6858000"/>
              <a:gd name="connsiteX60" fmla="*/ 7262357 w 12192000"/>
              <a:gd name="connsiteY60" fmla="*/ 3770286 h 6858000"/>
              <a:gd name="connsiteX61" fmla="*/ 7193748 w 12192000"/>
              <a:gd name="connsiteY61" fmla="*/ 3843961 h 6858000"/>
              <a:gd name="connsiteX62" fmla="*/ 7265624 w 12192000"/>
              <a:gd name="connsiteY62" fmla="*/ 3918719 h 6858000"/>
              <a:gd name="connsiteX63" fmla="*/ 7328788 w 12192000"/>
              <a:gd name="connsiteY63" fmla="*/ 3874297 h 6858000"/>
              <a:gd name="connsiteX64" fmla="*/ 7299384 w 12192000"/>
              <a:gd name="connsiteY64" fmla="*/ 3865630 h 6858000"/>
              <a:gd name="connsiteX65" fmla="*/ 7264535 w 12192000"/>
              <a:gd name="connsiteY65" fmla="*/ 3890549 h 6858000"/>
              <a:gd name="connsiteX66" fmla="*/ 7226419 w 12192000"/>
              <a:gd name="connsiteY66" fmla="*/ 3853712 h 6858000"/>
              <a:gd name="connsiteX67" fmla="*/ 7329878 w 12192000"/>
              <a:gd name="connsiteY67" fmla="*/ 3853712 h 6858000"/>
              <a:gd name="connsiteX68" fmla="*/ 7330967 w 12192000"/>
              <a:gd name="connsiteY68" fmla="*/ 3842877 h 6858000"/>
              <a:gd name="connsiteX69" fmla="*/ 7262357 w 12192000"/>
              <a:gd name="connsiteY69" fmla="*/ 3770286 h 6858000"/>
              <a:gd name="connsiteX70" fmla="*/ 6662298 w 12192000"/>
              <a:gd name="connsiteY70" fmla="*/ 3770286 h 6858000"/>
              <a:gd name="connsiteX71" fmla="*/ 6593689 w 12192000"/>
              <a:gd name="connsiteY71" fmla="*/ 3843961 h 6858000"/>
              <a:gd name="connsiteX72" fmla="*/ 6665565 w 12192000"/>
              <a:gd name="connsiteY72" fmla="*/ 3918719 h 6858000"/>
              <a:gd name="connsiteX73" fmla="*/ 6728730 w 12192000"/>
              <a:gd name="connsiteY73" fmla="*/ 3874297 h 6858000"/>
              <a:gd name="connsiteX74" fmla="*/ 6699326 w 12192000"/>
              <a:gd name="connsiteY74" fmla="*/ 3865630 h 6858000"/>
              <a:gd name="connsiteX75" fmla="*/ 6664477 w 12192000"/>
              <a:gd name="connsiteY75" fmla="*/ 3890549 h 6858000"/>
              <a:gd name="connsiteX76" fmla="*/ 6626360 w 12192000"/>
              <a:gd name="connsiteY76" fmla="*/ 3853712 h 6858000"/>
              <a:gd name="connsiteX77" fmla="*/ 6729819 w 12192000"/>
              <a:gd name="connsiteY77" fmla="*/ 3853712 h 6858000"/>
              <a:gd name="connsiteX78" fmla="*/ 6730908 w 12192000"/>
              <a:gd name="connsiteY78" fmla="*/ 3842877 h 6858000"/>
              <a:gd name="connsiteX79" fmla="*/ 6662298 w 12192000"/>
              <a:gd name="connsiteY79" fmla="*/ 3770286 h 6858000"/>
              <a:gd name="connsiteX80" fmla="*/ 6277868 w 12192000"/>
              <a:gd name="connsiteY80" fmla="*/ 3770286 h 6858000"/>
              <a:gd name="connsiteX81" fmla="*/ 6236484 w 12192000"/>
              <a:gd name="connsiteY81" fmla="*/ 3793039 h 6858000"/>
              <a:gd name="connsiteX82" fmla="*/ 6236484 w 12192000"/>
              <a:gd name="connsiteY82" fmla="*/ 3774620 h 6858000"/>
              <a:gd name="connsiteX83" fmla="*/ 6203813 w 12192000"/>
              <a:gd name="connsiteY83" fmla="*/ 3774620 h 6858000"/>
              <a:gd name="connsiteX84" fmla="*/ 6203813 w 12192000"/>
              <a:gd name="connsiteY84" fmla="*/ 3914385 h 6858000"/>
              <a:gd name="connsiteX85" fmla="*/ 6236484 w 12192000"/>
              <a:gd name="connsiteY85" fmla="*/ 3914385 h 6858000"/>
              <a:gd name="connsiteX86" fmla="*/ 6236484 w 12192000"/>
              <a:gd name="connsiteY86" fmla="*/ 3834209 h 6858000"/>
              <a:gd name="connsiteX87" fmla="*/ 6265888 w 12192000"/>
              <a:gd name="connsiteY87" fmla="*/ 3800623 h 6858000"/>
              <a:gd name="connsiteX88" fmla="*/ 6295292 w 12192000"/>
              <a:gd name="connsiteY88" fmla="*/ 3832043 h 6858000"/>
              <a:gd name="connsiteX89" fmla="*/ 6295292 w 12192000"/>
              <a:gd name="connsiteY89" fmla="*/ 3914385 h 6858000"/>
              <a:gd name="connsiteX90" fmla="*/ 6329052 w 12192000"/>
              <a:gd name="connsiteY90" fmla="*/ 3914385 h 6858000"/>
              <a:gd name="connsiteX91" fmla="*/ 6329052 w 12192000"/>
              <a:gd name="connsiteY91" fmla="*/ 3825542 h 6858000"/>
              <a:gd name="connsiteX92" fmla="*/ 6277868 w 12192000"/>
              <a:gd name="connsiteY92" fmla="*/ 3770286 h 6858000"/>
              <a:gd name="connsiteX93" fmla="*/ 6923667 w 12192000"/>
              <a:gd name="connsiteY93" fmla="*/ 3769202 h 6858000"/>
              <a:gd name="connsiteX94" fmla="*/ 6871393 w 12192000"/>
              <a:gd name="connsiteY94" fmla="*/ 3814707 h 6858000"/>
              <a:gd name="connsiteX95" fmla="*/ 6909510 w 12192000"/>
              <a:gd name="connsiteY95" fmla="*/ 3855878 h 6858000"/>
              <a:gd name="connsiteX96" fmla="*/ 6930201 w 12192000"/>
              <a:gd name="connsiteY96" fmla="*/ 3860212 h 6858000"/>
              <a:gd name="connsiteX97" fmla="*/ 6946537 w 12192000"/>
              <a:gd name="connsiteY97" fmla="*/ 3875380 h 6858000"/>
              <a:gd name="connsiteX98" fmla="*/ 6925845 w 12192000"/>
              <a:gd name="connsiteY98" fmla="*/ 3891632 h 6858000"/>
              <a:gd name="connsiteX99" fmla="*/ 6897530 w 12192000"/>
              <a:gd name="connsiteY99" fmla="*/ 3867796 h 6858000"/>
              <a:gd name="connsiteX100" fmla="*/ 6868126 w 12192000"/>
              <a:gd name="connsiteY100" fmla="*/ 3874297 h 6858000"/>
              <a:gd name="connsiteX101" fmla="*/ 6925845 w 12192000"/>
              <a:gd name="connsiteY101" fmla="*/ 3916551 h 6858000"/>
              <a:gd name="connsiteX102" fmla="*/ 6979208 w 12192000"/>
              <a:gd name="connsiteY102" fmla="*/ 3872130 h 6858000"/>
              <a:gd name="connsiteX103" fmla="*/ 6938914 w 12192000"/>
              <a:gd name="connsiteY103" fmla="*/ 3829875 h 6858000"/>
              <a:gd name="connsiteX104" fmla="*/ 6917133 w 12192000"/>
              <a:gd name="connsiteY104" fmla="*/ 3825541 h 6858000"/>
              <a:gd name="connsiteX105" fmla="*/ 6902975 w 12192000"/>
              <a:gd name="connsiteY105" fmla="*/ 3811457 h 6858000"/>
              <a:gd name="connsiteX106" fmla="*/ 6923667 w 12192000"/>
              <a:gd name="connsiteY106" fmla="*/ 3795205 h 6858000"/>
              <a:gd name="connsiteX107" fmla="*/ 6949804 w 12192000"/>
              <a:gd name="connsiteY107" fmla="*/ 3815790 h 6858000"/>
              <a:gd name="connsiteX108" fmla="*/ 6978119 w 12192000"/>
              <a:gd name="connsiteY108" fmla="*/ 3808206 h 6858000"/>
              <a:gd name="connsiteX109" fmla="*/ 6923667 w 12192000"/>
              <a:gd name="connsiteY109" fmla="*/ 3769202 h 6858000"/>
              <a:gd name="connsiteX110" fmla="*/ 7378884 w 12192000"/>
              <a:gd name="connsiteY110" fmla="*/ 3733448 h 6858000"/>
              <a:gd name="connsiteX111" fmla="*/ 7378884 w 12192000"/>
              <a:gd name="connsiteY111" fmla="*/ 3754034 h 6858000"/>
              <a:gd name="connsiteX112" fmla="*/ 7357104 w 12192000"/>
              <a:gd name="connsiteY112" fmla="*/ 3775703 h 6858000"/>
              <a:gd name="connsiteX113" fmla="*/ 7349480 w 12192000"/>
              <a:gd name="connsiteY113" fmla="*/ 3775703 h 6858000"/>
              <a:gd name="connsiteX114" fmla="*/ 7349480 w 12192000"/>
              <a:gd name="connsiteY114" fmla="*/ 3804956 h 6858000"/>
              <a:gd name="connsiteX115" fmla="*/ 7375617 w 12192000"/>
              <a:gd name="connsiteY115" fmla="*/ 3804956 h 6858000"/>
              <a:gd name="connsiteX116" fmla="*/ 7375617 w 12192000"/>
              <a:gd name="connsiteY116" fmla="*/ 3875380 h 6858000"/>
              <a:gd name="connsiteX117" fmla="*/ 7418089 w 12192000"/>
              <a:gd name="connsiteY117" fmla="*/ 3916551 h 6858000"/>
              <a:gd name="connsiteX118" fmla="*/ 7438781 w 12192000"/>
              <a:gd name="connsiteY118" fmla="*/ 3912217 h 6858000"/>
              <a:gd name="connsiteX119" fmla="*/ 7438781 w 12192000"/>
              <a:gd name="connsiteY119" fmla="*/ 3885131 h 6858000"/>
              <a:gd name="connsiteX120" fmla="*/ 7426802 w 12192000"/>
              <a:gd name="connsiteY120" fmla="*/ 3886214 h 6858000"/>
              <a:gd name="connsiteX121" fmla="*/ 7409377 w 12192000"/>
              <a:gd name="connsiteY121" fmla="*/ 3868879 h 6858000"/>
              <a:gd name="connsiteX122" fmla="*/ 7409377 w 12192000"/>
              <a:gd name="connsiteY122" fmla="*/ 3803872 h 6858000"/>
              <a:gd name="connsiteX123" fmla="*/ 7438781 w 12192000"/>
              <a:gd name="connsiteY123" fmla="*/ 3803872 h 6858000"/>
              <a:gd name="connsiteX124" fmla="*/ 7438781 w 12192000"/>
              <a:gd name="connsiteY124" fmla="*/ 3774619 h 6858000"/>
              <a:gd name="connsiteX125" fmla="*/ 7409377 w 12192000"/>
              <a:gd name="connsiteY125" fmla="*/ 3774619 h 6858000"/>
              <a:gd name="connsiteX126" fmla="*/ 7409377 w 12192000"/>
              <a:gd name="connsiteY126" fmla="*/ 3733448 h 6858000"/>
              <a:gd name="connsiteX127" fmla="*/ 7108803 w 12192000"/>
              <a:gd name="connsiteY127" fmla="*/ 3733448 h 6858000"/>
              <a:gd name="connsiteX128" fmla="*/ 7108803 w 12192000"/>
              <a:gd name="connsiteY128" fmla="*/ 3754034 h 6858000"/>
              <a:gd name="connsiteX129" fmla="*/ 7087022 w 12192000"/>
              <a:gd name="connsiteY129" fmla="*/ 3775703 h 6858000"/>
              <a:gd name="connsiteX130" fmla="*/ 7079399 w 12192000"/>
              <a:gd name="connsiteY130" fmla="*/ 3775703 h 6858000"/>
              <a:gd name="connsiteX131" fmla="*/ 7079399 w 12192000"/>
              <a:gd name="connsiteY131" fmla="*/ 3804956 h 6858000"/>
              <a:gd name="connsiteX132" fmla="*/ 7105536 w 12192000"/>
              <a:gd name="connsiteY132" fmla="*/ 3804956 h 6858000"/>
              <a:gd name="connsiteX133" fmla="*/ 7105536 w 12192000"/>
              <a:gd name="connsiteY133" fmla="*/ 3875380 h 6858000"/>
              <a:gd name="connsiteX134" fmla="*/ 7148008 w 12192000"/>
              <a:gd name="connsiteY134" fmla="*/ 3916551 h 6858000"/>
              <a:gd name="connsiteX135" fmla="*/ 7168700 w 12192000"/>
              <a:gd name="connsiteY135" fmla="*/ 3912217 h 6858000"/>
              <a:gd name="connsiteX136" fmla="*/ 7168700 w 12192000"/>
              <a:gd name="connsiteY136" fmla="*/ 3885131 h 6858000"/>
              <a:gd name="connsiteX137" fmla="*/ 7156721 w 12192000"/>
              <a:gd name="connsiteY137" fmla="*/ 3886214 h 6858000"/>
              <a:gd name="connsiteX138" fmla="*/ 7139296 w 12192000"/>
              <a:gd name="connsiteY138" fmla="*/ 3868879 h 6858000"/>
              <a:gd name="connsiteX139" fmla="*/ 7139296 w 12192000"/>
              <a:gd name="connsiteY139" fmla="*/ 3803872 h 6858000"/>
              <a:gd name="connsiteX140" fmla="*/ 7168700 w 12192000"/>
              <a:gd name="connsiteY140" fmla="*/ 3803872 h 6858000"/>
              <a:gd name="connsiteX141" fmla="*/ 7168700 w 12192000"/>
              <a:gd name="connsiteY141" fmla="*/ 3774619 h 6858000"/>
              <a:gd name="connsiteX142" fmla="*/ 7139296 w 12192000"/>
              <a:gd name="connsiteY142" fmla="*/ 3774619 h 6858000"/>
              <a:gd name="connsiteX143" fmla="*/ 7139296 w 12192000"/>
              <a:gd name="connsiteY143" fmla="*/ 3733448 h 6858000"/>
              <a:gd name="connsiteX144" fmla="*/ 7032570 w 12192000"/>
              <a:gd name="connsiteY144" fmla="*/ 3703112 h 6858000"/>
              <a:gd name="connsiteX145" fmla="*/ 7010790 w 12192000"/>
              <a:gd name="connsiteY145" fmla="*/ 3724781 h 6858000"/>
              <a:gd name="connsiteX146" fmla="*/ 7032570 w 12192000"/>
              <a:gd name="connsiteY146" fmla="*/ 3746450 h 6858000"/>
              <a:gd name="connsiteX147" fmla="*/ 7054351 w 12192000"/>
              <a:gd name="connsiteY147" fmla="*/ 3724781 h 6858000"/>
              <a:gd name="connsiteX148" fmla="*/ 7032570 w 12192000"/>
              <a:gd name="connsiteY148" fmla="*/ 3703112 h 6858000"/>
              <a:gd name="connsiteX149" fmla="*/ 6390039 w 12192000"/>
              <a:gd name="connsiteY149" fmla="*/ 3703112 h 6858000"/>
              <a:gd name="connsiteX150" fmla="*/ 6368258 w 12192000"/>
              <a:gd name="connsiteY150" fmla="*/ 3724781 h 6858000"/>
              <a:gd name="connsiteX151" fmla="*/ 6390039 w 12192000"/>
              <a:gd name="connsiteY151" fmla="*/ 3746450 h 6858000"/>
              <a:gd name="connsiteX152" fmla="*/ 6411820 w 12192000"/>
              <a:gd name="connsiteY152" fmla="*/ 3724781 h 6858000"/>
              <a:gd name="connsiteX153" fmla="*/ 6390039 w 12192000"/>
              <a:gd name="connsiteY153" fmla="*/ 3703112 h 6858000"/>
              <a:gd name="connsiteX154" fmla="*/ 4364431 w 12192000"/>
              <a:gd name="connsiteY154" fmla="*/ 3482089 h 6858000"/>
              <a:gd name="connsiteX155" fmla="*/ 4364431 w 12192000"/>
              <a:gd name="connsiteY155" fmla="*/ 3797372 h 6858000"/>
              <a:gd name="connsiteX156" fmla="*/ 4434129 w 12192000"/>
              <a:gd name="connsiteY156" fmla="*/ 3797372 h 6858000"/>
              <a:gd name="connsiteX157" fmla="*/ 4434129 w 12192000"/>
              <a:gd name="connsiteY157" fmla="*/ 3618603 h 6858000"/>
              <a:gd name="connsiteX158" fmla="*/ 4498382 w 12192000"/>
              <a:gd name="connsiteY158" fmla="*/ 3793039 h 6858000"/>
              <a:gd name="connsiteX159" fmla="*/ 4549567 w 12192000"/>
              <a:gd name="connsiteY159" fmla="*/ 3793039 h 6858000"/>
              <a:gd name="connsiteX160" fmla="*/ 4613820 w 12192000"/>
              <a:gd name="connsiteY160" fmla="*/ 3620770 h 6858000"/>
              <a:gd name="connsiteX161" fmla="*/ 4613820 w 12192000"/>
              <a:gd name="connsiteY161" fmla="*/ 3797372 h 6858000"/>
              <a:gd name="connsiteX162" fmla="*/ 4682430 w 12192000"/>
              <a:gd name="connsiteY162" fmla="*/ 3797372 h 6858000"/>
              <a:gd name="connsiteX163" fmla="*/ 4682430 w 12192000"/>
              <a:gd name="connsiteY163" fmla="*/ 3482089 h 6858000"/>
              <a:gd name="connsiteX164" fmla="*/ 4598574 w 12192000"/>
              <a:gd name="connsiteY164" fmla="*/ 3482089 h 6858000"/>
              <a:gd name="connsiteX165" fmla="*/ 4524519 w 12192000"/>
              <a:gd name="connsiteY165" fmla="*/ 3680360 h 6858000"/>
              <a:gd name="connsiteX166" fmla="*/ 4451554 w 12192000"/>
              <a:gd name="connsiteY166" fmla="*/ 3482089 h 6858000"/>
              <a:gd name="connsiteX167" fmla="*/ 7506302 w 12192000"/>
              <a:gd name="connsiteY167" fmla="*/ 3463670 h 6858000"/>
              <a:gd name="connsiteX168" fmla="*/ 7506302 w 12192000"/>
              <a:gd name="connsiteY168" fmla="*/ 3470171 h 6858000"/>
              <a:gd name="connsiteX169" fmla="*/ 7471453 w 12192000"/>
              <a:gd name="connsiteY169" fmla="*/ 3507008 h 6858000"/>
              <a:gd name="connsiteX170" fmla="*/ 7450761 w 12192000"/>
              <a:gd name="connsiteY170" fmla="*/ 3488589 h 6858000"/>
              <a:gd name="connsiteX171" fmla="*/ 7469275 w 12192000"/>
              <a:gd name="connsiteY171" fmla="*/ 3469087 h 6858000"/>
              <a:gd name="connsiteX172" fmla="*/ 8145566 w 12192000"/>
              <a:gd name="connsiteY172" fmla="*/ 3413831 h 6858000"/>
              <a:gd name="connsiteX173" fmla="*/ 8181505 w 12192000"/>
              <a:gd name="connsiteY173" fmla="*/ 3452835 h 6858000"/>
              <a:gd name="connsiteX174" fmla="*/ 8145566 w 12192000"/>
              <a:gd name="connsiteY174" fmla="*/ 3492923 h 6858000"/>
              <a:gd name="connsiteX175" fmla="*/ 8108539 w 12192000"/>
              <a:gd name="connsiteY175" fmla="*/ 3452835 h 6858000"/>
              <a:gd name="connsiteX176" fmla="*/ 8145566 w 12192000"/>
              <a:gd name="connsiteY176" fmla="*/ 3413831 h 6858000"/>
              <a:gd name="connsiteX177" fmla="*/ 7654411 w 12192000"/>
              <a:gd name="connsiteY177" fmla="*/ 3413831 h 6858000"/>
              <a:gd name="connsiteX178" fmla="*/ 7692527 w 12192000"/>
              <a:gd name="connsiteY178" fmla="*/ 3457169 h 6858000"/>
              <a:gd name="connsiteX179" fmla="*/ 7654411 w 12192000"/>
              <a:gd name="connsiteY179" fmla="*/ 3501590 h 6858000"/>
              <a:gd name="connsiteX180" fmla="*/ 7616294 w 12192000"/>
              <a:gd name="connsiteY180" fmla="*/ 3457169 h 6858000"/>
              <a:gd name="connsiteX181" fmla="*/ 7654411 w 12192000"/>
              <a:gd name="connsiteY181" fmla="*/ 3413831 h 6858000"/>
              <a:gd name="connsiteX182" fmla="*/ 6103621 w 12192000"/>
              <a:gd name="connsiteY182" fmla="*/ 3413831 h 6858000"/>
              <a:gd name="connsiteX183" fmla="*/ 6141738 w 12192000"/>
              <a:gd name="connsiteY183" fmla="*/ 3457169 h 6858000"/>
              <a:gd name="connsiteX184" fmla="*/ 6103621 w 12192000"/>
              <a:gd name="connsiteY184" fmla="*/ 3501590 h 6858000"/>
              <a:gd name="connsiteX185" fmla="*/ 6065505 w 12192000"/>
              <a:gd name="connsiteY185" fmla="*/ 3457169 h 6858000"/>
              <a:gd name="connsiteX186" fmla="*/ 6103621 w 12192000"/>
              <a:gd name="connsiteY186" fmla="*/ 3413831 h 6858000"/>
              <a:gd name="connsiteX187" fmla="*/ 6353012 w 12192000"/>
              <a:gd name="connsiteY187" fmla="*/ 3412748 h 6858000"/>
              <a:gd name="connsiteX188" fmla="*/ 6392217 w 12192000"/>
              <a:gd name="connsiteY188" fmla="*/ 3457170 h 6858000"/>
              <a:gd name="connsiteX189" fmla="*/ 6353012 w 12192000"/>
              <a:gd name="connsiteY189" fmla="*/ 3501591 h 6858000"/>
              <a:gd name="connsiteX190" fmla="*/ 6313806 w 12192000"/>
              <a:gd name="connsiteY190" fmla="*/ 3457170 h 6858000"/>
              <a:gd name="connsiteX191" fmla="*/ 6353012 w 12192000"/>
              <a:gd name="connsiteY191" fmla="*/ 3412748 h 6858000"/>
              <a:gd name="connsiteX192" fmla="*/ 8316545 w 12192000"/>
              <a:gd name="connsiteY192" fmla="*/ 3410581 h 6858000"/>
              <a:gd name="connsiteX193" fmla="*/ 8351395 w 12192000"/>
              <a:gd name="connsiteY193" fmla="*/ 3442001 h 6858000"/>
              <a:gd name="connsiteX194" fmla="*/ 8281696 w 12192000"/>
              <a:gd name="connsiteY194" fmla="*/ 3442001 h 6858000"/>
              <a:gd name="connsiteX195" fmla="*/ 8316545 w 12192000"/>
              <a:gd name="connsiteY195" fmla="*/ 3410581 h 6858000"/>
              <a:gd name="connsiteX196" fmla="*/ 7819944 w 12192000"/>
              <a:gd name="connsiteY196" fmla="*/ 3410581 h 6858000"/>
              <a:gd name="connsiteX197" fmla="*/ 7854794 w 12192000"/>
              <a:gd name="connsiteY197" fmla="*/ 3442001 h 6858000"/>
              <a:gd name="connsiteX198" fmla="*/ 7785095 w 12192000"/>
              <a:gd name="connsiteY198" fmla="*/ 3442001 h 6858000"/>
              <a:gd name="connsiteX199" fmla="*/ 7819944 w 12192000"/>
              <a:gd name="connsiteY199" fmla="*/ 3410581 h 6858000"/>
              <a:gd name="connsiteX200" fmla="*/ 6859413 w 12192000"/>
              <a:gd name="connsiteY200" fmla="*/ 3410581 h 6858000"/>
              <a:gd name="connsiteX201" fmla="*/ 6894263 w 12192000"/>
              <a:gd name="connsiteY201" fmla="*/ 3442001 h 6858000"/>
              <a:gd name="connsiteX202" fmla="*/ 6824564 w 12192000"/>
              <a:gd name="connsiteY202" fmla="*/ 3442001 h 6858000"/>
              <a:gd name="connsiteX203" fmla="*/ 6859413 w 12192000"/>
              <a:gd name="connsiteY203" fmla="*/ 3410581 h 6858000"/>
              <a:gd name="connsiteX204" fmla="*/ 8003992 w 12192000"/>
              <a:gd name="connsiteY204" fmla="*/ 3387829 h 6858000"/>
              <a:gd name="connsiteX205" fmla="*/ 8003992 w 12192000"/>
              <a:gd name="connsiteY205" fmla="*/ 3527593 h 6858000"/>
              <a:gd name="connsiteX206" fmla="*/ 8037752 w 12192000"/>
              <a:gd name="connsiteY206" fmla="*/ 3527593 h 6858000"/>
              <a:gd name="connsiteX207" fmla="*/ 8037752 w 12192000"/>
              <a:gd name="connsiteY207" fmla="*/ 3387829 h 6858000"/>
              <a:gd name="connsiteX208" fmla="*/ 6613291 w 12192000"/>
              <a:gd name="connsiteY208" fmla="*/ 3387829 h 6858000"/>
              <a:gd name="connsiteX209" fmla="*/ 6613291 w 12192000"/>
              <a:gd name="connsiteY209" fmla="*/ 3527593 h 6858000"/>
              <a:gd name="connsiteX210" fmla="*/ 6647051 w 12192000"/>
              <a:gd name="connsiteY210" fmla="*/ 3527593 h 6858000"/>
              <a:gd name="connsiteX211" fmla="*/ 6647051 w 12192000"/>
              <a:gd name="connsiteY211" fmla="*/ 3387829 h 6858000"/>
              <a:gd name="connsiteX212" fmla="*/ 6211436 w 12192000"/>
              <a:gd name="connsiteY212" fmla="*/ 3387829 h 6858000"/>
              <a:gd name="connsiteX213" fmla="*/ 6211436 w 12192000"/>
              <a:gd name="connsiteY213" fmla="*/ 3527593 h 6858000"/>
              <a:gd name="connsiteX214" fmla="*/ 6245196 w 12192000"/>
              <a:gd name="connsiteY214" fmla="*/ 3527593 h 6858000"/>
              <a:gd name="connsiteX215" fmla="*/ 6245196 w 12192000"/>
              <a:gd name="connsiteY215" fmla="*/ 3387829 h 6858000"/>
              <a:gd name="connsiteX216" fmla="*/ 6439045 w 12192000"/>
              <a:gd name="connsiteY216" fmla="*/ 3387828 h 6858000"/>
              <a:gd name="connsiteX217" fmla="*/ 6496764 w 12192000"/>
              <a:gd name="connsiteY217" fmla="*/ 3527593 h 6858000"/>
              <a:gd name="connsiteX218" fmla="*/ 6530524 w 12192000"/>
              <a:gd name="connsiteY218" fmla="*/ 3527593 h 6858000"/>
              <a:gd name="connsiteX219" fmla="*/ 6583887 w 12192000"/>
              <a:gd name="connsiteY219" fmla="*/ 3387828 h 6858000"/>
              <a:gd name="connsiteX220" fmla="*/ 6549038 w 12192000"/>
              <a:gd name="connsiteY220" fmla="*/ 3387828 h 6858000"/>
              <a:gd name="connsiteX221" fmla="*/ 6513100 w 12192000"/>
              <a:gd name="connsiteY221" fmla="*/ 3487505 h 6858000"/>
              <a:gd name="connsiteX222" fmla="*/ 6476072 w 12192000"/>
              <a:gd name="connsiteY222" fmla="*/ 3387828 h 6858000"/>
              <a:gd name="connsiteX223" fmla="*/ 8139032 w 12192000"/>
              <a:gd name="connsiteY223" fmla="*/ 3384578 h 6858000"/>
              <a:gd name="connsiteX224" fmla="*/ 8073690 w 12192000"/>
              <a:gd name="connsiteY224" fmla="*/ 3452835 h 6858000"/>
              <a:gd name="connsiteX225" fmla="*/ 8139032 w 12192000"/>
              <a:gd name="connsiteY225" fmla="*/ 3521093 h 6858000"/>
              <a:gd name="connsiteX226" fmla="*/ 8180416 w 12192000"/>
              <a:gd name="connsiteY226" fmla="*/ 3500507 h 6858000"/>
              <a:gd name="connsiteX227" fmla="*/ 8180416 w 12192000"/>
              <a:gd name="connsiteY227" fmla="*/ 3515675 h 6858000"/>
              <a:gd name="connsiteX228" fmla="*/ 8140121 w 12192000"/>
              <a:gd name="connsiteY228" fmla="*/ 3557930 h 6858000"/>
              <a:gd name="connsiteX229" fmla="*/ 8105272 w 12192000"/>
              <a:gd name="connsiteY229" fmla="*/ 3527593 h 6858000"/>
              <a:gd name="connsiteX230" fmla="*/ 8073690 w 12192000"/>
              <a:gd name="connsiteY230" fmla="*/ 3536261 h 6858000"/>
              <a:gd name="connsiteX231" fmla="*/ 8141210 w 12192000"/>
              <a:gd name="connsiteY231" fmla="*/ 3587183 h 6858000"/>
              <a:gd name="connsiteX232" fmla="*/ 8213087 w 12192000"/>
              <a:gd name="connsiteY232" fmla="*/ 3514592 h 6858000"/>
              <a:gd name="connsiteX233" fmla="*/ 8213087 w 12192000"/>
              <a:gd name="connsiteY233" fmla="*/ 3387828 h 6858000"/>
              <a:gd name="connsiteX234" fmla="*/ 8180416 w 12192000"/>
              <a:gd name="connsiteY234" fmla="*/ 3387828 h 6858000"/>
              <a:gd name="connsiteX235" fmla="*/ 8180416 w 12192000"/>
              <a:gd name="connsiteY235" fmla="*/ 3405163 h 6858000"/>
              <a:gd name="connsiteX236" fmla="*/ 8139032 w 12192000"/>
              <a:gd name="connsiteY236" fmla="*/ 3384578 h 6858000"/>
              <a:gd name="connsiteX237" fmla="*/ 7660945 w 12192000"/>
              <a:gd name="connsiteY237" fmla="*/ 3384578 h 6858000"/>
              <a:gd name="connsiteX238" fmla="*/ 7616294 w 12192000"/>
              <a:gd name="connsiteY238" fmla="*/ 3406247 h 6858000"/>
              <a:gd name="connsiteX239" fmla="*/ 7616294 w 12192000"/>
              <a:gd name="connsiteY239" fmla="*/ 3387828 h 6858000"/>
              <a:gd name="connsiteX240" fmla="*/ 7583623 w 12192000"/>
              <a:gd name="connsiteY240" fmla="*/ 3387828 h 6858000"/>
              <a:gd name="connsiteX241" fmla="*/ 7583623 w 12192000"/>
              <a:gd name="connsiteY241" fmla="*/ 3581766 h 6858000"/>
              <a:gd name="connsiteX242" fmla="*/ 7617383 w 12192000"/>
              <a:gd name="connsiteY242" fmla="*/ 3581766 h 6858000"/>
              <a:gd name="connsiteX243" fmla="*/ 7617383 w 12192000"/>
              <a:gd name="connsiteY243" fmla="*/ 3511341 h 6858000"/>
              <a:gd name="connsiteX244" fmla="*/ 7659856 w 12192000"/>
              <a:gd name="connsiteY244" fmla="*/ 3530844 h 6858000"/>
              <a:gd name="connsiteX245" fmla="*/ 7726287 w 12192000"/>
              <a:gd name="connsiteY245" fmla="*/ 3457169 h 6858000"/>
              <a:gd name="connsiteX246" fmla="*/ 7660945 w 12192000"/>
              <a:gd name="connsiteY246" fmla="*/ 3384578 h 6858000"/>
              <a:gd name="connsiteX247" fmla="*/ 8316545 w 12192000"/>
              <a:gd name="connsiteY247" fmla="*/ 3383495 h 6858000"/>
              <a:gd name="connsiteX248" fmla="*/ 8247936 w 12192000"/>
              <a:gd name="connsiteY248" fmla="*/ 3457170 h 6858000"/>
              <a:gd name="connsiteX249" fmla="*/ 8319812 w 12192000"/>
              <a:gd name="connsiteY249" fmla="*/ 3531928 h 6858000"/>
              <a:gd name="connsiteX250" fmla="*/ 8382977 w 12192000"/>
              <a:gd name="connsiteY250" fmla="*/ 3487506 h 6858000"/>
              <a:gd name="connsiteX251" fmla="*/ 8353573 w 12192000"/>
              <a:gd name="connsiteY251" fmla="*/ 3478838 h 6858000"/>
              <a:gd name="connsiteX252" fmla="*/ 8318724 w 12192000"/>
              <a:gd name="connsiteY252" fmla="*/ 3503758 h 6858000"/>
              <a:gd name="connsiteX253" fmla="*/ 8280607 w 12192000"/>
              <a:gd name="connsiteY253" fmla="*/ 3466921 h 6858000"/>
              <a:gd name="connsiteX254" fmla="*/ 8384066 w 12192000"/>
              <a:gd name="connsiteY254" fmla="*/ 3466921 h 6858000"/>
              <a:gd name="connsiteX255" fmla="*/ 8385155 w 12192000"/>
              <a:gd name="connsiteY255" fmla="*/ 3456086 h 6858000"/>
              <a:gd name="connsiteX256" fmla="*/ 8316545 w 12192000"/>
              <a:gd name="connsiteY256" fmla="*/ 3383495 h 6858000"/>
              <a:gd name="connsiteX257" fmla="*/ 7819944 w 12192000"/>
              <a:gd name="connsiteY257" fmla="*/ 3383495 h 6858000"/>
              <a:gd name="connsiteX258" fmla="*/ 7751335 w 12192000"/>
              <a:gd name="connsiteY258" fmla="*/ 3457170 h 6858000"/>
              <a:gd name="connsiteX259" fmla="*/ 7823211 w 12192000"/>
              <a:gd name="connsiteY259" fmla="*/ 3531928 h 6858000"/>
              <a:gd name="connsiteX260" fmla="*/ 7886375 w 12192000"/>
              <a:gd name="connsiteY260" fmla="*/ 3487506 h 6858000"/>
              <a:gd name="connsiteX261" fmla="*/ 7856971 w 12192000"/>
              <a:gd name="connsiteY261" fmla="*/ 3478838 h 6858000"/>
              <a:gd name="connsiteX262" fmla="*/ 7822122 w 12192000"/>
              <a:gd name="connsiteY262" fmla="*/ 3503758 h 6858000"/>
              <a:gd name="connsiteX263" fmla="*/ 7784006 w 12192000"/>
              <a:gd name="connsiteY263" fmla="*/ 3466921 h 6858000"/>
              <a:gd name="connsiteX264" fmla="*/ 7887465 w 12192000"/>
              <a:gd name="connsiteY264" fmla="*/ 3466921 h 6858000"/>
              <a:gd name="connsiteX265" fmla="*/ 7888554 w 12192000"/>
              <a:gd name="connsiteY265" fmla="*/ 3456086 h 6858000"/>
              <a:gd name="connsiteX266" fmla="*/ 7819944 w 12192000"/>
              <a:gd name="connsiteY266" fmla="*/ 3383495 h 6858000"/>
              <a:gd name="connsiteX267" fmla="*/ 7480165 w 12192000"/>
              <a:gd name="connsiteY267" fmla="*/ 3383495 h 6858000"/>
              <a:gd name="connsiteX268" fmla="*/ 7421357 w 12192000"/>
              <a:gd name="connsiteY268" fmla="*/ 3429000 h 6858000"/>
              <a:gd name="connsiteX269" fmla="*/ 7451850 w 12192000"/>
              <a:gd name="connsiteY269" fmla="*/ 3435501 h 6858000"/>
              <a:gd name="connsiteX270" fmla="*/ 7481254 w 12192000"/>
              <a:gd name="connsiteY270" fmla="*/ 3410581 h 6858000"/>
              <a:gd name="connsiteX271" fmla="*/ 7507391 w 12192000"/>
              <a:gd name="connsiteY271" fmla="*/ 3432250 h 6858000"/>
              <a:gd name="connsiteX272" fmla="*/ 7496500 w 12192000"/>
              <a:gd name="connsiteY272" fmla="*/ 3442001 h 6858000"/>
              <a:gd name="connsiteX273" fmla="*/ 7460562 w 12192000"/>
              <a:gd name="connsiteY273" fmla="*/ 3447418 h 6858000"/>
              <a:gd name="connsiteX274" fmla="*/ 7418090 w 12192000"/>
              <a:gd name="connsiteY274" fmla="*/ 3489673 h 6858000"/>
              <a:gd name="connsiteX275" fmla="*/ 7466008 w 12192000"/>
              <a:gd name="connsiteY275" fmla="*/ 3531928 h 6858000"/>
              <a:gd name="connsiteX276" fmla="*/ 7509569 w 12192000"/>
              <a:gd name="connsiteY276" fmla="*/ 3509175 h 6858000"/>
              <a:gd name="connsiteX277" fmla="*/ 7510658 w 12192000"/>
              <a:gd name="connsiteY277" fmla="*/ 3527594 h 6858000"/>
              <a:gd name="connsiteX278" fmla="*/ 7542240 w 12192000"/>
              <a:gd name="connsiteY278" fmla="*/ 3527594 h 6858000"/>
              <a:gd name="connsiteX279" fmla="*/ 7540062 w 12192000"/>
              <a:gd name="connsiteY279" fmla="*/ 3504841 h 6858000"/>
              <a:gd name="connsiteX280" fmla="*/ 7540062 w 12192000"/>
              <a:gd name="connsiteY280" fmla="*/ 3435501 h 6858000"/>
              <a:gd name="connsiteX281" fmla="*/ 7480165 w 12192000"/>
              <a:gd name="connsiteY281" fmla="*/ 3383495 h 6858000"/>
              <a:gd name="connsiteX282" fmla="*/ 7176324 w 12192000"/>
              <a:gd name="connsiteY282" fmla="*/ 3383495 h 6858000"/>
              <a:gd name="connsiteX283" fmla="*/ 7124050 w 12192000"/>
              <a:gd name="connsiteY283" fmla="*/ 3429000 h 6858000"/>
              <a:gd name="connsiteX284" fmla="*/ 7162167 w 12192000"/>
              <a:gd name="connsiteY284" fmla="*/ 3470171 h 6858000"/>
              <a:gd name="connsiteX285" fmla="*/ 7182858 w 12192000"/>
              <a:gd name="connsiteY285" fmla="*/ 3474505 h 6858000"/>
              <a:gd name="connsiteX286" fmla="*/ 7199194 w 12192000"/>
              <a:gd name="connsiteY286" fmla="*/ 3489673 h 6858000"/>
              <a:gd name="connsiteX287" fmla="*/ 7178502 w 12192000"/>
              <a:gd name="connsiteY287" fmla="*/ 3505925 h 6858000"/>
              <a:gd name="connsiteX288" fmla="*/ 7150187 w 12192000"/>
              <a:gd name="connsiteY288" fmla="*/ 3482089 h 6858000"/>
              <a:gd name="connsiteX289" fmla="*/ 7120783 w 12192000"/>
              <a:gd name="connsiteY289" fmla="*/ 3489673 h 6858000"/>
              <a:gd name="connsiteX290" fmla="*/ 7178502 w 12192000"/>
              <a:gd name="connsiteY290" fmla="*/ 3531928 h 6858000"/>
              <a:gd name="connsiteX291" fmla="*/ 7231865 w 12192000"/>
              <a:gd name="connsiteY291" fmla="*/ 3486423 h 6858000"/>
              <a:gd name="connsiteX292" fmla="*/ 7191571 w 12192000"/>
              <a:gd name="connsiteY292" fmla="*/ 3444168 h 6858000"/>
              <a:gd name="connsiteX293" fmla="*/ 7169790 w 12192000"/>
              <a:gd name="connsiteY293" fmla="*/ 3439834 h 6858000"/>
              <a:gd name="connsiteX294" fmla="*/ 7155632 w 12192000"/>
              <a:gd name="connsiteY294" fmla="*/ 3425750 h 6858000"/>
              <a:gd name="connsiteX295" fmla="*/ 7176324 w 12192000"/>
              <a:gd name="connsiteY295" fmla="*/ 3409498 h 6858000"/>
              <a:gd name="connsiteX296" fmla="*/ 7202461 w 12192000"/>
              <a:gd name="connsiteY296" fmla="*/ 3430083 h 6858000"/>
              <a:gd name="connsiteX297" fmla="*/ 7230776 w 12192000"/>
              <a:gd name="connsiteY297" fmla="*/ 3422499 h 6858000"/>
              <a:gd name="connsiteX298" fmla="*/ 7176324 w 12192000"/>
              <a:gd name="connsiteY298" fmla="*/ 3383495 h 6858000"/>
              <a:gd name="connsiteX299" fmla="*/ 7038016 w 12192000"/>
              <a:gd name="connsiteY299" fmla="*/ 3383495 h 6858000"/>
              <a:gd name="connsiteX300" fmla="*/ 6996632 w 12192000"/>
              <a:gd name="connsiteY300" fmla="*/ 3406247 h 6858000"/>
              <a:gd name="connsiteX301" fmla="*/ 6996632 w 12192000"/>
              <a:gd name="connsiteY301" fmla="*/ 3387829 h 6858000"/>
              <a:gd name="connsiteX302" fmla="*/ 6963961 w 12192000"/>
              <a:gd name="connsiteY302" fmla="*/ 3387829 h 6858000"/>
              <a:gd name="connsiteX303" fmla="*/ 6963961 w 12192000"/>
              <a:gd name="connsiteY303" fmla="*/ 3527594 h 6858000"/>
              <a:gd name="connsiteX304" fmla="*/ 6996632 w 12192000"/>
              <a:gd name="connsiteY304" fmla="*/ 3527594 h 6858000"/>
              <a:gd name="connsiteX305" fmla="*/ 6996632 w 12192000"/>
              <a:gd name="connsiteY305" fmla="*/ 3447418 h 6858000"/>
              <a:gd name="connsiteX306" fmla="*/ 7026036 w 12192000"/>
              <a:gd name="connsiteY306" fmla="*/ 3413832 h 6858000"/>
              <a:gd name="connsiteX307" fmla="*/ 7055440 w 12192000"/>
              <a:gd name="connsiteY307" fmla="*/ 3445252 h 6858000"/>
              <a:gd name="connsiteX308" fmla="*/ 7055440 w 12192000"/>
              <a:gd name="connsiteY308" fmla="*/ 3527594 h 6858000"/>
              <a:gd name="connsiteX309" fmla="*/ 7089200 w 12192000"/>
              <a:gd name="connsiteY309" fmla="*/ 3527594 h 6858000"/>
              <a:gd name="connsiteX310" fmla="*/ 7089200 w 12192000"/>
              <a:gd name="connsiteY310" fmla="*/ 3438751 h 6858000"/>
              <a:gd name="connsiteX311" fmla="*/ 7038016 w 12192000"/>
              <a:gd name="connsiteY311" fmla="*/ 3383495 h 6858000"/>
              <a:gd name="connsiteX312" fmla="*/ 6859413 w 12192000"/>
              <a:gd name="connsiteY312" fmla="*/ 3383495 h 6858000"/>
              <a:gd name="connsiteX313" fmla="*/ 6790804 w 12192000"/>
              <a:gd name="connsiteY313" fmla="*/ 3457170 h 6858000"/>
              <a:gd name="connsiteX314" fmla="*/ 6862680 w 12192000"/>
              <a:gd name="connsiteY314" fmla="*/ 3531928 h 6858000"/>
              <a:gd name="connsiteX315" fmla="*/ 6925844 w 12192000"/>
              <a:gd name="connsiteY315" fmla="*/ 3487506 h 6858000"/>
              <a:gd name="connsiteX316" fmla="*/ 6896440 w 12192000"/>
              <a:gd name="connsiteY316" fmla="*/ 3478838 h 6858000"/>
              <a:gd name="connsiteX317" fmla="*/ 6861591 w 12192000"/>
              <a:gd name="connsiteY317" fmla="*/ 3503758 h 6858000"/>
              <a:gd name="connsiteX318" fmla="*/ 6823475 w 12192000"/>
              <a:gd name="connsiteY318" fmla="*/ 3466921 h 6858000"/>
              <a:gd name="connsiteX319" fmla="*/ 6926934 w 12192000"/>
              <a:gd name="connsiteY319" fmla="*/ 3466921 h 6858000"/>
              <a:gd name="connsiteX320" fmla="*/ 6928023 w 12192000"/>
              <a:gd name="connsiteY320" fmla="*/ 3456086 h 6858000"/>
              <a:gd name="connsiteX321" fmla="*/ 6859413 w 12192000"/>
              <a:gd name="connsiteY321" fmla="*/ 3383495 h 6858000"/>
              <a:gd name="connsiteX322" fmla="*/ 6353012 w 12192000"/>
              <a:gd name="connsiteY322" fmla="*/ 3383495 h 6858000"/>
              <a:gd name="connsiteX323" fmla="*/ 6280046 w 12192000"/>
              <a:gd name="connsiteY323" fmla="*/ 3457170 h 6858000"/>
              <a:gd name="connsiteX324" fmla="*/ 6353012 w 12192000"/>
              <a:gd name="connsiteY324" fmla="*/ 3531928 h 6858000"/>
              <a:gd name="connsiteX325" fmla="*/ 6425977 w 12192000"/>
              <a:gd name="connsiteY325" fmla="*/ 3457170 h 6858000"/>
              <a:gd name="connsiteX326" fmla="*/ 6353012 w 12192000"/>
              <a:gd name="connsiteY326" fmla="*/ 3383495 h 6858000"/>
              <a:gd name="connsiteX327" fmla="*/ 6705860 w 12192000"/>
              <a:gd name="connsiteY327" fmla="*/ 3345574 h 6858000"/>
              <a:gd name="connsiteX328" fmla="*/ 6705860 w 12192000"/>
              <a:gd name="connsiteY328" fmla="*/ 3366160 h 6858000"/>
              <a:gd name="connsiteX329" fmla="*/ 6684079 w 12192000"/>
              <a:gd name="connsiteY329" fmla="*/ 3387829 h 6858000"/>
              <a:gd name="connsiteX330" fmla="*/ 6676456 w 12192000"/>
              <a:gd name="connsiteY330" fmla="*/ 3387829 h 6858000"/>
              <a:gd name="connsiteX331" fmla="*/ 6676456 w 12192000"/>
              <a:gd name="connsiteY331" fmla="*/ 3417082 h 6858000"/>
              <a:gd name="connsiteX332" fmla="*/ 6702593 w 12192000"/>
              <a:gd name="connsiteY332" fmla="*/ 3417082 h 6858000"/>
              <a:gd name="connsiteX333" fmla="*/ 6702593 w 12192000"/>
              <a:gd name="connsiteY333" fmla="*/ 3487506 h 6858000"/>
              <a:gd name="connsiteX334" fmla="*/ 6745065 w 12192000"/>
              <a:gd name="connsiteY334" fmla="*/ 3528677 h 6858000"/>
              <a:gd name="connsiteX335" fmla="*/ 6765757 w 12192000"/>
              <a:gd name="connsiteY335" fmla="*/ 3525426 h 6858000"/>
              <a:gd name="connsiteX336" fmla="*/ 6765757 w 12192000"/>
              <a:gd name="connsiteY336" fmla="*/ 3498340 h 6858000"/>
              <a:gd name="connsiteX337" fmla="*/ 6753778 w 12192000"/>
              <a:gd name="connsiteY337" fmla="*/ 3499424 h 6858000"/>
              <a:gd name="connsiteX338" fmla="*/ 6736353 w 12192000"/>
              <a:gd name="connsiteY338" fmla="*/ 3482089 h 6858000"/>
              <a:gd name="connsiteX339" fmla="*/ 6736353 w 12192000"/>
              <a:gd name="connsiteY339" fmla="*/ 3417082 h 6858000"/>
              <a:gd name="connsiteX340" fmla="*/ 6765757 w 12192000"/>
              <a:gd name="connsiteY340" fmla="*/ 3417082 h 6858000"/>
              <a:gd name="connsiteX341" fmla="*/ 6765757 w 12192000"/>
              <a:gd name="connsiteY341" fmla="*/ 3387829 h 6858000"/>
              <a:gd name="connsiteX342" fmla="*/ 6736353 w 12192000"/>
              <a:gd name="connsiteY342" fmla="*/ 3387829 h 6858000"/>
              <a:gd name="connsiteX343" fmla="*/ 6736353 w 12192000"/>
              <a:gd name="connsiteY343" fmla="*/ 3345574 h 6858000"/>
              <a:gd name="connsiteX344" fmla="*/ 7267802 w 12192000"/>
              <a:gd name="connsiteY344" fmla="*/ 3320655 h 6858000"/>
              <a:gd name="connsiteX345" fmla="*/ 7267802 w 12192000"/>
              <a:gd name="connsiteY345" fmla="*/ 3528677 h 6858000"/>
              <a:gd name="connsiteX346" fmla="*/ 7301562 w 12192000"/>
              <a:gd name="connsiteY346" fmla="*/ 3528677 h 6858000"/>
              <a:gd name="connsiteX347" fmla="*/ 7301562 w 12192000"/>
              <a:gd name="connsiteY347" fmla="*/ 3489673 h 6858000"/>
              <a:gd name="connsiteX348" fmla="*/ 7318987 w 12192000"/>
              <a:gd name="connsiteY348" fmla="*/ 3471254 h 6858000"/>
              <a:gd name="connsiteX349" fmla="*/ 7360370 w 12192000"/>
              <a:gd name="connsiteY349" fmla="*/ 3528677 h 6858000"/>
              <a:gd name="connsiteX350" fmla="*/ 7401754 w 12192000"/>
              <a:gd name="connsiteY350" fmla="*/ 3528677 h 6858000"/>
              <a:gd name="connsiteX351" fmla="*/ 7342946 w 12192000"/>
              <a:gd name="connsiteY351" fmla="*/ 3447418 h 6858000"/>
              <a:gd name="connsiteX352" fmla="*/ 7400665 w 12192000"/>
              <a:gd name="connsiteY352" fmla="*/ 3388912 h 6858000"/>
              <a:gd name="connsiteX353" fmla="*/ 7356014 w 12192000"/>
              <a:gd name="connsiteY353" fmla="*/ 3388912 h 6858000"/>
              <a:gd name="connsiteX354" fmla="*/ 7301562 w 12192000"/>
              <a:gd name="connsiteY354" fmla="*/ 3445252 h 6858000"/>
              <a:gd name="connsiteX355" fmla="*/ 7301562 w 12192000"/>
              <a:gd name="connsiteY355" fmla="*/ 3320655 h 6858000"/>
              <a:gd name="connsiteX356" fmla="*/ 7924492 w 12192000"/>
              <a:gd name="connsiteY356" fmla="*/ 3319571 h 6858000"/>
              <a:gd name="connsiteX357" fmla="*/ 7924492 w 12192000"/>
              <a:gd name="connsiteY357" fmla="*/ 3527593 h 6858000"/>
              <a:gd name="connsiteX358" fmla="*/ 7958252 w 12192000"/>
              <a:gd name="connsiteY358" fmla="*/ 3527593 h 6858000"/>
              <a:gd name="connsiteX359" fmla="*/ 7958252 w 12192000"/>
              <a:gd name="connsiteY359" fmla="*/ 3319571 h 6858000"/>
              <a:gd name="connsiteX360" fmla="*/ 6032834 w 12192000"/>
              <a:gd name="connsiteY360" fmla="*/ 3319571 h 6858000"/>
              <a:gd name="connsiteX361" fmla="*/ 6032834 w 12192000"/>
              <a:gd name="connsiteY361" fmla="*/ 3527593 h 6858000"/>
              <a:gd name="connsiteX362" fmla="*/ 6065505 w 12192000"/>
              <a:gd name="connsiteY362" fmla="*/ 3527593 h 6858000"/>
              <a:gd name="connsiteX363" fmla="*/ 6065505 w 12192000"/>
              <a:gd name="connsiteY363" fmla="*/ 3509174 h 6858000"/>
              <a:gd name="connsiteX364" fmla="*/ 6109067 w 12192000"/>
              <a:gd name="connsiteY364" fmla="*/ 3531927 h 6858000"/>
              <a:gd name="connsiteX365" fmla="*/ 6175498 w 12192000"/>
              <a:gd name="connsiteY365" fmla="*/ 3457169 h 6858000"/>
              <a:gd name="connsiteX366" fmla="*/ 6110156 w 12192000"/>
              <a:gd name="connsiteY366" fmla="*/ 3384578 h 6858000"/>
              <a:gd name="connsiteX367" fmla="*/ 6065505 w 12192000"/>
              <a:gd name="connsiteY367" fmla="*/ 3405163 h 6858000"/>
              <a:gd name="connsiteX368" fmla="*/ 6065505 w 12192000"/>
              <a:gd name="connsiteY368" fmla="*/ 3319571 h 6858000"/>
              <a:gd name="connsiteX369" fmla="*/ 8020327 w 12192000"/>
              <a:gd name="connsiteY369" fmla="*/ 3316321 h 6858000"/>
              <a:gd name="connsiteX370" fmla="*/ 7998547 w 12192000"/>
              <a:gd name="connsiteY370" fmla="*/ 3337990 h 6858000"/>
              <a:gd name="connsiteX371" fmla="*/ 8020327 w 12192000"/>
              <a:gd name="connsiteY371" fmla="*/ 3359659 h 6858000"/>
              <a:gd name="connsiteX372" fmla="*/ 8042108 w 12192000"/>
              <a:gd name="connsiteY372" fmla="*/ 3337990 h 6858000"/>
              <a:gd name="connsiteX373" fmla="*/ 8020327 w 12192000"/>
              <a:gd name="connsiteY373" fmla="*/ 3316321 h 6858000"/>
              <a:gd name="connsiteX374" fmla="*/ 6629627 w 12192000"/>
              <a:gd name="connsiteY374" fmla="*/ 3316321 h 6858000"/>
              <a:gd name="connsiteX375" fmla="*/ 6607846 w 12192000"/>
              <a:gd name="connsiteY375" fmla="*/ 3337990 h 6858000"/>
              <a:gd name="connsiteX376" fmla="*/ 6629627 w 12192000"/>
              <a:gd name="connsiteY376" fmla="*/ 3359659 h 6858000"/>
              <a:gd name="connsiteX377" fmla="*/ 6651407 w 12192000"/>
              <a:gd name="connsiteY377" fmla="*/ 3337990 h 6858000"/>
              <a:gd name="connsiteX378" fmla="*/ 6629627 w 12192000"/>
              <a:gd name="connsiteY378" fmla="*/ 3316321 h 6858000"/>
              <a:gd name="connsiteX379" fmla="*/ 6227772 w 12192000"/>
              <a:gd name="connsiteY379" fmla="*/ 3316321 h 6858000"/>
              <a:gd name="connsiteX380" fmla="*/ 6205991 w 12192000"/>
              <a:gd name="connsiteY380" fmla="*/ 3337990 h 6858000"/>
              <a:gd name="connsiteX381" fmla="*/ 6227772 w 12192000"/>
              <a:gd name="connsiteY381" fmla="*/ 3359659 h 6858000"/>
              <a:gd name="connsiteX382" fmla="*/ 6249552 w 12192000"/>
              <a:gd name="connsiteY382" fmla="*/ 3337990 h 6858000"/>
              <a:gd name="connsiteX383" fmla="*/ 6227772 w 12192000"/>
              <a:gd name="connsiteY383" fmla="*/ 3316321 h 6858000"/>
              <a:gd name="connsiteX384" fmla="*/ 4935086 w 12192000"/>
              <a:gd name="connsiteY384" fmla="*/ 3220978 h 6858000"/>
              <a:gd name="connsiteX385" fmla="*/ 4996072 w 12192000"/>
              <a:gd name="connsiteY385" fmla="*/ 3220978 h 6858000"/>
              <a:gd name="connsiteX386" fmla="*/ 5039634 w 12192000"/>
              <a:gd name="connsiteY386" fmla="*/ 3256732 h 6858000"/>
              <a:gd name="connsiteX387" fmla="*/ 4994984 w 12192000"/>
              <a:gd name="connsiteY387" fmla="*/ 3288152 h 6858000"/>
              <a:gd name="connsiteX388" fmla="*/ 4935086 w 12192000"/>
              <a:gd name="connsiteY388" fmla="*/ 3288152 h 6858000"/>
              <a:gd name="connsiteX389" fmla="*/ 5383769 w 12192000"/>
              <a:gd name="connsiteY389" fmla="*/ 3147303 h 6858000"/>
              <a:gd name="connsiteX390" fmla="*/ 5383769 w 12192000"/>
              <a:gd name="connsiteY390" fmla="*/ 3607769 h 6858000"/>
              <a:gd name="connsiteX391" fmla="*/ 5005874 w 12192000"/>
              <a:gd name="connsiteY391" fmla="*/ 3607769 h 6858000"/>
              <a:gd name="connsiteX392" fmla="*/ 5005874 w 12192000"/>
              <a:gd name="connsiteY392" fmla="*/ 3482089 h 6858000"/>
              <a:gd name="connsiteX393" fmla="*/ 4937264 w 12192000"/>
              <a:gd name="connsiteY393" fmla="*/ 3482089 h 6858000"/>
              <a:gd name="connsiteX394" fmla="*/ 4937264 w 12192000"/>
              <a:gd name="connsiteY394" fmla="*/ 3607769 h 6858000"/>
              <a:gd name="connsiteX395" fmla="*/ 4810936 w 12192000"/>
              <a:gd name="connsiteY395" fmla="*/ 3607769 h 6858000"/>
              <a:gd name="connsiteX396" fmla="*/ 4810936 w 12192000"/>
              <a:gd name="connsiteY396" fmla="*/ 3676026 h 6858000"/>
              <a:gd name="connsiteX397" fmla="*/ 4937264 w 12192000"/>
              <a:gd name="connsiteY397" fmla="*/ 3676026 h 6858000"/>
              <a:gd name="connsiteX398" fmla="*/ 4937264 w 12192000"/>
              <a:gd name="connsiteY398" fmla="*/ 4051983 h 6858000"/>
              <a:gd name="connsiteX399" fmla="*/ 4263150 w 12192000"/>
              <a:gd name="connsiteY399" fmla="*/ 4051983 h 6858000"/>
              <a:gd name="connsiteX400" fmla="*/ 4263150 w 12192000"/>
              <a:gd name="connsiteY400" fmla="*/ 4120240 h 6858000"/>
              <a:gd name="connsiteX401" fmla="*/ 4979737 w 12192000"/>
              <a:gd name="connsiteY401" fmla="*/ 4120240 h 6858000"/>
              <a:gd name="connsiteX402" fmla="*/ 5005874 w 12192000"/>
              <a:gd name="connsiteY402" fmla="*/ 4094237 h 6858000"/>
              <a:gd name="connsiteX403" fmla="*/ 5005874 w 12192000"/>
              <a:gd name="connsiteY403" fmla="*/ 3676026 h 6858000"/>
              <a:gd name="connsiteX404" fmla="*/ 5426242 w 12192000"/>
              <a:gd name="connsiteY404" fmla="*/ 3676026 h 6858000"/>
              <a:gd name="connsiteX405" fmla="*/ 5452379 w 12192000"/>
              <a:gd name="connsiteY405" fmla="*/ 3650023 h 6858000"/>
              <a:gd name="connsiteX406" fmla="*/ 5452379 w 12192000"/>
              <a:gd name="connsiteY406" fmla="*/ 3147303 h 6858000"/>
              <a:gd name="connsiteX407" fmla="*/ 4936176 w 12192000"/>
              <a:gd name="connsiteY407" fmla="*/ 3099632 h 6858000"/>
              <a:gd name="connsiteX408" fmla="*/ 4996072 w 12192000"/>
              <a:gd name="connsiteY408" fmla="*/ 3099632 h 6858000"/>
              <a:gd name="connsiteX409" fmla="*/ 5034190 w 12192000"/>
              <a:gd name="connsiteY409" fmla="*/ 3129968 h 6858000"/>
              <a:gd name="connsiteX410" fmla="*/ 4997161 w 12192000"/>
              <a:gd name="connsiteY410" fmla="*/ 3159221 h 6858000"/>
              <a:gd name="connsiteX411" fmla="*/ 4936176 w 12192000"/>
              <a:gd name="connsiteY411" fmla="*/ 3159221 h 6858000"/>
              <a:gd name="connsiteX412" fmla="*/ 7680548 w 12192000"/>
              <a:gd name="connsiteY412" fmla="*/ 3047626 h 6858000"/>
              <a:gd name="connsiteX413" fmla="*/ 7685993 w 12192000"/>
              <a:gd name="connsiteY413" fmla="*/ 3071461 h 6858000"/>
              <a:gd name="connsiteX414" fmla="*/ 7646788 w 12192000"/>
              <a:gd name="connsiteY414" fmla="*/ 3114799 h 6858000"/>
              <a:gd name="connsiteX415" fmla="*/ 7629363 w 12192000"/>
              <a:gd name="connsiteY415" fmla="*/ 3111549 h 6858000"/>
              <a:gd name="connsiteX416" fmla="*/ 7746979 w 12192000"/>
              <a:gd name="connsiteY416" fmla="*/ 3042208 h 6858000"/>
              <a:gd name="connsiteX417" fmla="*/ 7746979 w 12192000"/>
              <a:gd name="connsiteY417" fmla="*/ 3071461 h 6858000"/>
              <a:gd name="connsiteX418" fmla="*/ 7828657 w 12192000"/>
              <a:gd name="connsiteY418" fmla="*/ 3071461 h 6858000"/>
              <a:gd name="connsiteX419" fmla="*/ 7828657 w 12192000"/>
              <a:gd name="connsiteY419" fmla="*/ 3042208 h 6858000"/>
              <a:gd name="connsiteX420" fmla="*/ 4865388 w 12192000"/>
              <a:gd name="connsiteY420" fmla="*/ 3037875 h 6858000"/>
              <a:gd name="connsiteX421" fmla="*/ 4865388 w 12192000"/>
              <a:gd name="connsiteY421" fmla="*/ 3354242 h 6858000"/>
              <a:gd name="connsiteX422" fmla="*/ 4992805 w 12192000"/>
              <a:gd name="connsiteY422" fmla="*/ 3354242 h 6858000"/>
              <a:gd name="connsiteX423" fmla="*/ 5077750 w 12192000"/>
              <a:gd name="connsiteY423" fmla="*/ 3332573 h 6858000"/>
              <a:gd name="connsiteX424" fmla="*/ 5111510 w 12192000"/>
              <a:gd name="connsiteY424" fmla="*/ 3258898 h 6858000"/>
              <a:gd name="connsiteX425" fmla="*/ 5076661 w 12192000"/>
              <a:gd name="connsiteY425" fmla="*/ 3190641 h 6858000"/>
              <a:gd name="connsiteX426" fmla="*/ 5104976 w 12192000"/>
              <a:gd name="connsiteY426" fmla="*/ 3126718 h 6858000"/>
              <a:gd name="connsiteX427" fmla="*/ 5066860 w 12192000"/>
              <a:gd name="connsiteY427" fmla="*/ 3055210 h 6858000"/>
              <a:gd name="connsiteX428" fmla="*/ 4992805 w 12192000"/>
              <a:gd name="connsiteY428" fmla="*/ 3037875 h 6858000"/>
              <a:gd name="connsiteX429" fmla="*/ 8159724 w 12192000"/>
              <a:gd name="connsiteY429" fmla="*/ 3028123 h 6858000"/>
              <a:gd name="connsiteX430" fmla="*/ 8195662 w 12192000"/>
              <a:gd name="connsiteY430" fmla="*/ 3067127 h 6858000"/>
              <a:gd name="connsiteX431" fmla="*/ 8159724 w 12192000"/>
              <a:gd name="connsiteY431" fmla="*/ 3107215 h 6858000"/>
              <a:gd name="connsiteX432" fmla="*/ 8122697 w 12192000"/>
              <a:gd name="connsiteY432" fmla="*/ 3067127 h 6858000"/>
              <a:gd name="connsiteX433" fmla="*/ 8159724 w 12192000"/>
              <a:gd name="connsiteY433" fmla="*/ 3028123 h 6858000"/>
              <a:gd name="connsiteX434" fmla="*/ 6602401 w 12192000"/>
              <a:gd name="connsiteY434" fmla="*/ 3028123 h 6858000"/>
              <a:gd name="connsiteX435" fmla="*/ 6638339 w 12192000"/>
              <a:gd name="connsiteY435" fmla="*/ 3067127 h 6858000"/>
              <a:gd name="connsiteX436" fmla="*/ 6602401 w 12192000"/>
              <a:gd name="connsiteY436" fmla="*/ 3107215 h 6858000"/>
              <a:gd name="connsiteX437" fmla="*/ 6565374 w 12192000"/>
              <a:gd name="connsiteY437" fmla="*/ 3067127 h 6858000"/>
              <a:gd name="connsiteX438" fmla="*/ 6602401 w 12192000"/>
              <a:gd name="connsiteY438" fmla="*/ 3028123 h 6858000"/>
              <a:gd name="connsiteX439" fmla="*/ 7989834 w 12192000"/>
              <a:gd name="connsiteY439" fmla="*/ 3027041 h 6858000"/>
              <a:gd name="connsiteX440" fmla="*/ 8029040 w 12192000"/>
              <a:gd name="connsiteY440" fmla="*/ 3071462 h 6858000"/>
              <a:gd name="connsiteX441" fmla="*/ 7989834 w 12192000"/>
              <a:gd name="connsiteY441" fmla="*/ 3115883 h 6858000"/>
              <a:gd name="connsiteX442" fmla="*/ 7950629 w 12192000"/>
              <a:gd name="connsiteY442" fmla="*/ 3071462 h 6858000"/>
              <a:gd name="connsiteX443" fmla="*/ 7989834 w 12192000"/>
              <a:gd name="connsiteY443" fmla="*/ 3027041 h 6858000"/>
              <a:gd name="connsiteX444" fmla="*/ 6319252 w 12192000"/>
              <a:gd name="connsiteY444" fmla="*/ 3027041 h 6858000"/>
              <a:gd name="connsiteX445" fmla="*/ 6358457 w 12192000"/>
              <a:gd name="connsiteY445" fmla="*/ 3071462 h 6858000"/>
              <a:gd name="connsiteX446" fmla="*/ 6319252 w 12192000"/>
              <a:gd name="connsiteY446" fmla="*/ 3115883 h 6858000"/>
              <a:gd name="connsiteX447" fmla="*/ 6280046 w 12192000"/>
              <a:gd name="connsiteY447" fmla="*/ 3071462 h 6858000"/>
              <a:gd name="connsiteX448" fmla="*/ 6319252 w 12192000"/>
              <a:gd name="connsiteY448" fmla="*/ 3027041 h 6858000"/>
              <a:gd name="connsiteX449" fmla="*/ 7646788 w 12192000"/>
              <a:gd name="connsiteY449" fmla="*/ 3027040 h 6858000"/>
              <a:gd name="connsiteX450" fmla="*/ 7664212 w 12192000"/>
              <a:gd name="connsiteY450" fmla="*/ 3031374 h 6858000"/>
              <a:gd name="connsiteX451" fmla="*/ 7613027 w 12192000"/>
              <a:gd name="connsiteY451" fmla="*/ 3095297 h 6858000"/>
              <a:gd name="connsiteX452" fmla="*/ 7607582 w 12192000"/>
              <a:gd name="connsiteY452" fmla="*/ 3071461 h 6858000"/>
              <a:gd name="connsiteX453" fmla="*/ 7646788 w 12192000"/>
              <a:gd name="connsiteY453" fmla="*/ 3027040 h 6858000"/>
              <a:gd name="connsiteX454" fmla="*/ 6772290 w 12192000"/>
              <a:gd name="connsiteY454" fmla="*/ 3024874 h 6858000"/>
              <a:gd name="connsiteX455" fmla="*/ 6807139 w 12192000"/>
              <a:gd name="connsiteY455" fmla="*/ 3056294 h 6858000"/>
              <a:gd name="connsiteX456" fmla="*/ 6737441 w 12192000"/>
              <a:gd name="connsiteY456" fmla="*/ 3056294 h 6858000"/>
              <a:gd name="connsiteX457" fmla="*/ 6772290 w 12192000"/>
              <a:gd name="connsiteY457" fmla="*/ 3024874 h 6858000"/>
              <a:gd name="connsiteX458" fmla="*/ 7505213 w 12192000"/>
              <a:gd name="connsiteY458" fmla="*/ 3001038 h 6858000"/>
              <a:gd name="connsiteX459" fmla="*/ 7505213 w 12192000"/>
              <a:gd name="connsiteY459" fmla="*/ 3153804 h 6858000"/>
              <a:gd name="connsiteX460" fmla="*/ 7487788 w 12192000"/>
              <a:gd name="connsiteY460" fmla="*/ 3172222 h 6858000"/>
              <a:gd name="connsiteX461" fmla="*/ 7477987 w 12192000"/>
              <a:gd name="connsiteY461" fmla="*/ 3171139 h 6858000"/>
              <a:gd name="connsiteX462" fmla="*/ 7477987 w 12192000"/>
              <a:gd name="connsiteY462" fmla="*/ 3198225 h 6858000"/>
              <a:gd name="connsiteX463" fmla="*/ 7496501 w 12192000"/>
              <a:gd name="connsiteY463" fmla="*/ 3200392 h 6858000"/>
              <a:gd name="connsiteX464" fmla="*/ 7537884 w 12192000"/>
              <a:gd name="connsiteY464" fmla="*/ 3154887 h 6858000"/>
              <a:gd name="connsiteX465" fmla="*/ 7537884 w 12192000"/>
              <a:gd name="connsiteY465" fmla="*/ 3001038 h 6858000"/>
              <a:gd name="connsiteX466" fmla="*/ 7344035 w 12192000"/>
              <a:gd name="connsiteY466" fmla="*/ 3001037 h 6858000"/>
              <a:gd name="connsiteX467" fmla="*/ 7344035 w 12192000"/>
              <a:gd name="connsiteY467" fmla="*/ 3140802 h 6858000"/>
              <a:gd name="connsiteX468" fmla="*/ 7377795 w 12192000"/>
              <a:gd name="connsiteY468" fmla="*/ 3140802 h 6858000"/>
              <a:gd name="connsiteX469" fmla="*/ 7377795 w 12192000"/>
              <a:gd name="connsiteY469" fmla="*/ 3001037 h 6858000"/>
              <a:gd name="connsiteX470" fmla="*/ 6501121 w 12192000"/>
              <a:gd name="connsiteY470" fmla="*/ 3001037 h 6858000"/>
              <a:gd name="connsiteX471" fmla="*/ 6460826 w 12192000"/>
              <a:gd name="connsiteY471" fmla="*/ 3024873 h 6858000"/>
              <a:gd name="connsiteX472" fmla="*/ 6460826 w 12192000"/>
              <a:gd name="connsiteY472" fmla="*/ 3002120 h 6858000"/>
              <a:gd name="connsiteX473" fmla="*/ 6428155 w 12192000"/>
              <a:gd name="connsiteY473" fmla="*/ 3002120 h 6858000"/>
              <a:gd name="connsiteX474" fmla="*/ 6428155 w 12192000"/>
              <a:gd name="connsiteY474" fmla="*/ 3141885 h 6858000"/>
              <a:gd name="connsiteX475" fmla="*/ 6461915 w 12192000"/>
              <a:gd name="connsiteY475" fmla="*/ 3141885 h 6858000"/>
              <a:gd name="connsiteX476" fmla="*/ 6461915 w 12192000"/>
              <a:gd name="connsiteY476" fmla="*/ 3074711 h 6858000"/>
              <a:gd name="connsiteX477" fmla="*/ 6500031 w 12192000"/>
              <a:gd name="connsiteY477" fmla="*/ 3033540 h 6858000"/>
              <a:gd name="connsiteX478" fmla="*/ 6509833 w 12192000"/>
              <a:gd name="connsiteY478" fmla="*/ 3034516 h 6858000"/>
              <a:gd name="connsiteX479" fmla="*/ 6509833 w 12192000"/>
              <a:gd name="connsiteY479" fmla="*/ 3034624 h 6858000"/>
              <a:gd name="connsiteX480" fmla="*/ 6510922 w 12192000"/>
              <a:gd name="connsiteY480" fmla="*/ 3034624 h 6858000"/>
              <a:gd name="connsiteX481" fmla="*/ 6509833 w 12192000"/>
              <a:gd name="connsiteY481" fmla="*/ 3034516 h 6858000"/>
              <a:gd name="connsiteX482" fmla="*/ 6509833 w 12192000"/>
              <a:gd name="connsiteY482" fmla="*/ 3002120 h 6858000"/>
              <a:gd name="connsiteX483" fmla="*/ 6501121 w 12192000"/>
              <a:gd name="connsiteY483" fmla="*/ 3001037 h 6858000"/>
              <a:gd name="connsiteX484" fmla="*/ 8153190 w 12192000"/>
              <a:gd name="connsiteY484" fmla="*/ 2998870 h 6858000"/>
              <a:gd name="connsiteX485" fmla="*/ 8087848 w 12192000"/>
              <a:gd name="connsiteY485" fmla="*/ 3067127 h 6858000"/>
              <a:gd name="connsiteX486" fmla="*/ 8153190 w 12192000"/>
              <a:gd name="connsiteY486" fmla="*/ 3135385 h 6858000"/>
              <a:gd name="connsiteX487" fmla="*/ 8194574 w 12192000"/>
              <a:gd name="connsiteY487" fmla="*/ 3114799 h 6858000"/>
              <a:gd name="connsiteX488" fmla="*/ 8194574 w 12192000"/>
              <a:gd name="connsiteY488" fmla="*/ 3128884 h 6858000"/>
              <a:gd name="connsiteX489" fmla="*/ 8154279 w 12192000"/>
              <a:gd name="connsiteY489" fmla="*/ 3171138 h 6858000"/>
              <a:gd name="connsiteX490" fmla="*/ 8119430 w 12192000"/>
              <a:gd name="connsiteY490" fmla="*/ 3140802 h 6858000"/>
              <a:gd name="connsiteX491" fmla="*/ 8087848 w 12192000"/>
              <a:gd name="connsiteY491" fmla="*/ 3149469 h 6858000"/>
              <a:gd name="connsiteX492" fmla="*/ 8155368 w 12192000"/>
              <a:gd name="connsiteY492" fmla="*/ 3200391 h 6858000"/>
              <a:gd name="connsiteX493" fmla="*/ 8227245 w 12192000"/>
              <a:gd name="connsiteY493" fmla="*/ 3127800 h 6858000"/>
              <a:gd name="connsiteX494" fmla="*/ 8227245 w 12192000"/>
              <a:gd name="connsiteY494" fmla="*/ 3001037 h 6858000"/>
              <a:gd name="connsiteX495" fmla="*/ 8194574 w 12192000"/>
              <a:gd name="connsiteY495" fmla="*/ 3001037 h 6858000"/>
              <a:gd name="connsiteX496" fmla="*/ 8194574 w 12192000"/>
              <a:gd name="connsiteY496" fmla="*/ 3019456 h 6858000"/>
              <a:gd name="connsiteX497" fmla="*/ 8153190 w 12192000"/>
              <a:gd name="connsiteY497" fmla="*/ 2998870 h 6858000"/>
              <a:gd name="connsiteX498" fmla="*/ 6595867 w 12192000"/>
              <a:gd name="connsiteY498" fmla="*/ 2998870 h 6858000"/>
              <a:gd name="connsiteX499" fmla="*/ 6530525 w 12192000"/>
              <a:gd name="connsiteY499" fmla="*/ 3067127 h 6858000"/>
              <a:gd name="connsiteX500" fmla="*/ 6595867 w 12192000"/>
              <a:gd name="connsiteY500" fmla="*/ 3135385 h 6858000"/>
              <a:gd name="connsiteX501" fmla="*/ 6637251 w 12192000"/>
              <a:gd name="connsiteY501" fmla="*/ 3114799 h 6858000"/>
              <a:gd name="connsiteX502" fmla="*/ 6637251 w 12192000"/>
              <a:gd name="connsiteY502" fmla="*/ 3128884 h 6858000"/>
              <a:gd name="connsiteX503" fmla="*/ 6596956 w 12192000"/>
              <a:gd name="connsiteY503" fmla="*/ 3171138 h 6858000"/>
              <a:gd name="connsiteX504" fmla="*/ 6562107 w 12192000"/>
              <a:gd name="connsiteY504" fmla="*/ 3140802 h 6858000"/>
              <a:gd name="connsiteX505" fmla="*/ 6530525 w 12192000"/>
              <a:gd name="connsiteY505" fmla="*/ 3149469 h 6858000"/>
              <a:gd name="connsiteX506" fmla="*/ 6598045 w 12192000"/>
              <a:gd name="connsiteY506" fmla="*/ 3200391 h 6858000"/>
              <a:gd name="connsiteX507" fmla="*/ 6669922 w 12192000"/>
              <a:gd name="connsiteY507" fmla="*/ 3127800 h 6858000"/>
              <a:gd name="connsiteX508" fmla="*/ 6669922 w 12192000"/>
              <a:gd name="connsiteY508" fmla="*/ 3001037 h 6858000"/>
              <a:gd name="connsiteX509" fmla="*/ 6637251 w 12192000"/>
              <a:gd name="connsiteY509" fmla="*/ 3001037 h 6858000"/>
              <a:gd name="connsiteX510" fmla="*/ 6637251 w 12192000"/>
              <a:gd name="connsiteY510" fmla="*/ 3019456 h 6858000"/>
              <a:gd name="connsiteX511" fmla="*/ 6595867 w 12192000"/>
              <a:gd name="connsiteY511" fmla="*/ 2998870 h 6858000"/>
              <a:gd name="connsiteX512" fmla="*/ 7161077 w 12192000"/>
              <a:gd name="connsiteY512" fmla="*/ 2997787 h 6858000"/>
              <a:gd name="connsiteX513" fmla="*/ 7119694 w 12192000"/>
              <a:gd name="connsiteY513" fmla="*/ 3019456 h 6858000"/>
              <a:gd name="connsiteX514" fmla="*/ 7119694 w 12192000"/>
              <a:gd name="connsiteY514" fmla="*/ 3001037 h 6858000"/>
              <a:gd name="connsiteX515" fmla="*/ 7088112 w 12192000"/>
              <a:gd name="connsiteY515" fmla="*/ 3001037 h 6858000"/>
              <a:gd name="connsiteX516" fmla="*/ 7088112 w 12192000"/>
              <a:gd name="connsiteY516" fmla="*/ 3140802 h 6858000"/>
              <a:gd name="connsiteX517" fmla="*/ 7088112 w 12192000"/>
              <a:gd name="connsiteY517" fmla="*/ 3141886 h 6858000"/>
              <a:gd name="connsiteX518" fmla="*/ 7120783 w 12192000"/>
              <a:gd name="connsiteY518" fmla="*/ 3141886 h 6858000"/>
              <a:gd name="connsiteX519" fmla="*/ 7120783 w 12192000"/>
              <a:gd name="connsiteY519" fmla="*/ 3058460 h 6858000"/>
              <a:gd name="connsiteX520" fmla="*/ 7150187 w 12192000"/>
              <a:gd name="connsiteY520" fmla="*/ 3027040 h 6858000"/>
              <a:gd name="connsiteX521" fmla="*/ 7177413 w 12192000"/>
              <a:gd name="connsiteY521" fmla="*/ 3056293 h 6858000"/>
              <a:gd name="connsiteX522" fmla="*/ 7177413 w 12192000"/>
              <a:gd name="connsiteY522" fmla="*/ 3141886 h 6858000"/>
              <a:gd name="connsiteX523" fmla="*/ 7210084 w 12192000"/>
              <a:gd name="connsiteY523" fmla="*/ 3141886 h 6858000"/>
              <a:gd name="connsiteX524" fmla="*/ 7210084 w 12192000"/>
              <a:gd name="connsiteY524" fmla="*/ 3058460 h 6858000"/>
              <a:gd name="connsiteX525" fmla="*/ 7239488 w 12192000"/>
              <a:gd name="connsiteY525" fmla="*/ 3027040 h 6858000"/>
              <a:gd name="connsiteX526" fmla="*/ 7266714 w 12192000"/>
              <a:gd name="connsiteY526" fmla="*/ 3056293 h 6858000"/>
              <a:gd name="connsiteX527" fmla="*/ 7266714 w 12192000"/>
              <a:gd name="connsiteY527" fmla="*/ 3141886 h 6858000"/>
              <a:gd name="connsiteX528" fmla="*/ 7299385 w 12192000"/>
              <a:gd name="connsiteY528" fmla="*/ 3141886 h 6858000"/>
              <a:gd name="connsiteX529" fmla="*/ 7299385 w 12192000"/>
              <a:gd name="connsiteY529" fmla="*/ 3050876 h 6858000"/>
              <a:gd name="connsiteX530" fmla="*/ 7249289 w 12192000"/>
              <a:gd name="connsiteY530" fmla="*/ 2997787 h 6858000"/>
              <a:gd name="connsiteX531" fmla="*/ 7203550 w 12192000"/>
              <a:gd name="connsiteY531" fmla="*/ 3022706 h 6858000"/>
              <a:gd name="connsiteX532" fmla="*/ 7161077 w 12192000"/>
              <a:gd name="connsiteY532" fmla="*/ 2997787 h 6858000"/>
              <a:gd name="connsiteX533" fmla="*/ 7989834 w 12192000"/>
              <a:gd name="connsiteY533" fmla="*/ 2996704 h 6858000"/>
              <a:gd name="connsiteX534" fmla="*/ 7916869 w 12192000"/>
              <a:gd name="connsiteY534" fmla="*/ 3071462 h 6858000"/>
              <a:gd name="connsiteX535" fmla="*/ 7989834 w 12192000"/>
              <a:gd name="connsiteY535" fmla="*/ 3146220 h 6858000"/>
              <a:gd name="connsiteX536" fmla="*/ 8062800 w 12192000"/>
              <a:gd name="connsiteY536" fmla="*/ 3071462 h 6858000"/>
              <a:gd name="connsiteX537" fmla="*/ 7989834 w 12192000"/>
              <a:gd name="connsiteY537" fmla="*/ 2996704 h 6858000"/>
              <a:gd name="connsiteX538" fmla="*/ 6920400 w 12192000"/>
              <a:gd name="connsiteY538" fmla="*/ 2996704 h 6858000"/>
              <a:gd name="connsiteX539" fmla="*/ 6868126 w 12192000"/>
              <a:gd name="connsiteY539" fmla="*/ 3042209 h 6858000"/>
              <a:gd name="connsiteX540" fmla="*/ 6906242 w 12192000"/>
              <a:gd name="connsiteY540" fmla="*/ 3083380 h 6858000"/>
              <a:gd name="connsiteX541" fmla="*/ 6926934 w 12192000"/>
              <a:gd name="connsiteY541" fmla="*/ 3087714 h 6858000"/>
              <a:gd name="connsiteX542" fmla="*/ 6943269 w 12192000"/>
              <a:gd name="connsiteY542" fmla="*/ 3102882 h 6858000"/>
              <a:gd name="connsiteX543" fmla="*/ 6922578 w 12192000"/>
              <a:gd name="connsiteY543" fmla="*/ 3119134 h 6858000"/>
              <a:gd name="connsiteX544" fmla="*/ 6894263 w 12192000"/>
              <a:gd name="connsiteY544" fmla="*/ 3095298 h 6858000"/>
              <a:gd name="connsiteX545" fmla="*/ 6864859 w 12192000"/>
              <a:gd name="connsiteY545" fmla="*/ 3102882 h 6858000"/>
              <a:gd name="connsiteX546" fmla="*/ 6922578 w 12192000"/>
              <a:gd name="connsiteY546" fmla="*/ 3145136 h 6858000"/>
              <a:gd name="connsiteX547" fmla="*/ 6975941 w 12192000"/>
              <a:gd name="connsiteY547" fmla="*/ 3100715 h 6858000"/>
              <a:gd name="connsiteX548" fmla="*/ 6935646 w 12192000"/>
              <a:gd name="connsiteY548" fmla="*/ 3058461 h 6858000"/>
              <a:gd name="connsiteX549" fmla="*/ 6913865 w 12192000"/>
              <a:gd name="connsiteY549" fmla="*/ 3054127 h 6858000"/>
              <a:gd name="connsiteX550" fmla="*/ 6899708 w 12192000"/>
              <a:gd name="connsiteY550" fmla="*/ 3038958 h 6858000"/>
              <a:gd name="connsiteX551" fmla="*/ 6920400 w 12192000"/>
              <a:gd name="connsiteY551" fmla="*/ 3022707 h 6858000"/>
              <a:gd name="connsiteX552" fmla="*/ 6946537 w 12192000"/>
              <a:gd name="connsiteY552" fmla="*/ 3043292 h 6858000"/>
              <a:gd name="connsiteX553" fmla="*/ 6974852 w 12192000"/>
              <a:gd name="connsiteY553" fmla="*/ 3035708 h 6858000"/>
              <a:gd name="connsiteX554" fmla="*/ 6920400 w 12192000"/>
              <a:gd name="connsiteY554" fmla="*/ 2996704 h 6858000"/>
              <a:gd name="connsiteX555" fmla="*/ 6773379 w 12192000"/>
              <a:gd name="connsiteY555" fmla="*/ 2996704 h 6858000"/>
              <a:gd name="connsiteX556" fmla="*/ 6704770 w 12192000"/>
              <a:gd name="connsiteY556" fmla="*/ 3070378 h 6858000"/>
              <a:gd name="connsiteX557" fmla="*/ 6776646 w 12192000"/>
              <a:gd name="connsiteY557" fmla="*/ 3145136 h 6858000"/>
              <a:gd name="connsiteX558" fmla="*/ 6839811 w 12192000"/>
              <a:gd name="connsiteY558" fmla="*/ 3100715 h 6858000"/>
              <a:gd name="connsiteX559" fmla="*/ 6810407 w 12192000"/>
              <a:gd name="connsiteY559" fmla="*/ 3092047 h 6858000"/>
              <a:gd name="connsiteX560" fmla="*/ 6775558 w 12192000"/>
              <a:gd name="connsiteY560" fmla="*/ 3116967 h 6858000"/>
              <a:gd name="connsiteX561" fmla="*/ 6737441 w 12192000"/>
              <a:gd name="connsiteY561" fmla="*/ 3080129 h 6858000"/>
              <a:gd name="connsiteX562" fmla="*/ 6840900 w 12192000"/>
              <a:gd name="connsiteY562" fmla="*/ 3080129 h 6858000"/>
              <a:gd name="connsiteX563" fmla="*/ 6841989 w 12192000"/>
              <a:gd name="connsiteY563" fmla="*/ 3069295 h 6858000"/>
              <a:gd name="connsiteX564" fmla="*/ 6773379 w 12192000"/>
              <a:gd name="connsiteY564" fmla="*/ 2996704 h 6858000"/>
              <a:gd name="connsiteX565" fmla="*/ 6319252 w 12192000"/>
              <a:gd name="connsiteY565" fmla="*/ 2996704 h 6858000"/>
              <a:gd name="connsiteX566" fmla="*/ 6246286 w 12192000"/>
              <a:gd name="connsiteY566" fmla="*/ 3071462 h 6858000"/>
              <a:gd name="connsiteX567" fmla="*/ 6319252 w 12192000"/>
              <a:gd name="connsiteY567" fmla="*/ 3146220 h 6858000"/>
              <a:gd name="connsiteX568" fmla="*/ 6392217 w 12192000"/>
              <a:gd name="connsiteY568" fmla="*/ 3071462 h 6858000"/>
              <a:gd name="connsiteX569" fmla="*/ 6319252 w 12192000"/>
              <a:gd name="connsiteY569" fmla="*/ 2996704 h 6858000"/>
              <a:gd name="connsiteX570" fmla="*/ 7699061 w 12192000"/>
              <a:gd name="connsiteY570" fmla="*/ 2988036 h 6858000"/>
              <a:gd name="connsiteX571" fmla="*/ 7683815 w 12192000"/>
              <a:gd name="connsiteY571" fmla="*/ 3006455 h 6858000"/>
              <a:gd name="connsiteX572" fmla="*/ 7646788 w 12192000"/>
              <a:gd name="connsiteY572" fmla="*/ 2997787 h 6858000"/>
              <a:gd name="connsiteX573" fmla="*/ 7573822 w 12192000"/>
              <a:gd name="connsiteY573" fmla="*/ 3072545 h 6858000"/>
              <a:gd name="connsiteX574" fmla="*/ 7592336 w 12192000"/>
              <a:gd name="connsiteY574" fmla="*/ 3123467 h 6858000"/>
              <a:gd name="connsiteX575" fmla="*/ 7578178 w 12192000"/>
              <a:gd name="connsiteY575" fmla="*/ 3141886 h 6858000"/>
              <a:gd name="connsiteX576" fmla="*/ 7596692 w 12192000"/>
              <a:gd name="connsiteY576" fmla="*/ 3155970 h 6858000"/>
              <a:gd name="connsiteX577" fmla="*/ 7610849 w 12192000"/>
              <a:gd name="connsiteY577" fmla="*/ 3137552 h 6858000"/>
              <a:gd name="connsiteX578" fmla="*/ 7646788 w 12192000"/>
              <a:gd name="connsiteY578" fmla="*/ 3146219 h 6858000"/>
              <a:gd name="connsiteX579" fmla="*/ 7719753 w 12192000"/>
              <a:gd name="connsiteY579" fmla="*/ 3071461 h 6858000"/>
              <a:gd name="connsiteX580" fmla="*/ 7701240 w 12192000"/>
              <a:gd name="connsiteY580" fmla="*/ 3021623 h 6858000"/>
              <a:gd name="connsiteX581" fmla="*/ 7716486 w 12192000"/>
              <a:gd name="connsiteY581" fmla="*/ 3003204 h 6858000"/>
              <a:gd name="connsiteX582" fmla="*/ 6036102 w 12192000"/>
              <a:gd name="connsiteY582" fmla="*/ 2937114 h 6858000"/>
              <a:gd name="connsiteX583" fmla="*/ 6036102 w 12192000"/>
              <a:gd name="connsiteY583" fmla="*/ 3140802 h 6858000"/>
              <a:gd name="connsiteX584" fmla="*/ 6070951 w 12192000"/>
              <a:gd name="connsiteY584" fmla="*/ 3140802 h 6858000"/>
              <a:gd name="connsiteX585" fmla="*/ 6070951 w 12192000"/>
              <a:gd name="connsiteY585" fmla="*/ 2985869 h 6858000"/>
              <a:gd name="connsiteX586" fmla="*/ 6172232 w 12192000"/>
              <a:gd name="connsiteY586" fmla="*/ 3140802 h 6858000"/>
              <a:gd name="connsiteX587" fmla="*/ 6208170 w 12192000"/>
              <a:gd name="connsiteY587" fmla="*/ 3140802 h 6858000"/>
              <a:gd name="connsiteX588" fmla="*/ 6208170 w 12192000"/>
              <a:gd name="connsiteY588" fmla="*/ 2937114 h 6858000"/>
              <a:gd name="connsiteX589" fmla="*/ 6173321 w 12192000"/>
              <a:gd name="connsiteY589" fmla="*/ 2937114 h 6858000"/>
              <a:gd name="connsiteX590" fmla="*/ 6173321 w 12192000"/>
              <a:gd name="connsiteY590" fmla="*/ 3081213 h 6858000"/>
              <a:gd name="connsiteX591" fmla="*/ 6080753 w 12192000"/>
              <a:gd name="connsiteY591" fmla="*/ 2937114 h 6858000"/>
              <a:gd name="connsiteX592" fmla="*/ 7424624 w 12192000"/>
              <a:gd name="connsiteY592" fmla="*/ 2932780 h 6858000"/>
              <a:gd name="connsiteX593" fmla="*/ 7424624 w 12192000"/>
              <a:gd name="connsiteY593" fmla="*/ 3140802 h 6858000"/>
              <a:gd name="connsiteX594" fmla="*/ 7457295 w 12192000"/>
              <a:gd name="connsiteY594" fmla="*/ 3140802 h 6858000"/>
              <a:gd name="connsiteX595" fmla="*/ 7457295 w 12192000"/>
              <a:gd name="connsiteY595" fmla="*/ 2932780 h 6858000"/>
              <a:gd name="connsiteX596" fmla="*/ 7360371 w 12192000"/>
              <a:gd name="connsiteY596" fmla="*/ 2930613 h 6858000"/>
              <a:gd name="connsiteX597" fmla="*/ 7338590 w 12192000"/>
              <a:gd name="connsiteY597" fmla="*/ 2952282 h 6858000"/>
              <a:gd name="connsiteX598" fmla="*/ 7360371 w 12192000"/>
              <a:gd name="connsiteY598" fmla="*/ 2973951 h 6858000"/>
              <a:gd name="connsiteX599" fmla="*/ 7382152 w 12192000"/>
              <a:gd name="connsiteY599" fmla="*/ 2952282 h 6858000"/>
              <a:gd name="connsiteX600" fmla="*/ 7360371 w 12192000"/>
              <a:gd name="connsiteY600" fmla="*/ 2930613 h 6858000"/>
              <a:gd name="connsiteX601" fmla="*/ 7520460 w 12192000"/>
              <a:gd name="connsiteY601" fmla="*/ 2929530 h 6858000"/>
              <a:gd name="connsiteX602" fmla="*/ 7498679 w 12192000"/>
              <a:gd name="connsiteY602" fmla="*/ 2951199 h 6858000"/>
              <a:gd name="connsiteX603" fmla="*/ 7520460 w 12192000"/>
              <a:gd name="connsiteY603" fmla="*/ 2972868 h 6858000"/>
              <a:gd name="connsiteX604" fmla="*/ 7542240 w 12192000"/>
              <a:gd name="connsiteY604" fmla="*/ 2951199 h 6858000"/>
              <a:gd name="connsiteX605" fmla="*/ 7520460 w 12192000"/>
              <a:gd name="connsiteY605" fmla="*/ 2929530 h 6858000"/>
              <a:gd name="connsiteX606" fmla="*/ 4512540 w 12192000"/>
              <a:gd name="connsiteY606" fmla="*/ 2715007 h 6858000"/>
              <a:gd name="connsiteX607" fmla="*/ 4486403 w 12192000"/>
              <a:gd name="connsiteY607" fmla="*/ 2741010 h 6858000"/>
              <a:gd name="connsiteX608" fmla="*/ 4486403 w 12192000"/>
              <a:gd name="connsiteY608" fmla="*/ 3159221 h 6858000"/>
              <a:gd name="connsiteX609" fmla="*/ 4066034 w 12192000"/>
              <a:gd name="connsiteY609" fmla="*/ 3159221 h 6858000"/>
              <a:gd name="connsiteX610" fmla="*/ 4039897 w 12192000"/>
              <a:gd name="connsiteY610" fmla="*/ 3185224 h 6858000"/>
              <a:gd name="connsiteX611" fmla="*/ 4039897 w 12192000"/>
              <a:gd name="connsiteY611" fmla="*/ 3677110 h 6858000"/>
              <a:gd name="connsiteX612" fmla="*/ 4108507 w 12192000"/>
              <a:gd name="connsiteY612" fmla="*/ 3677110 h 6858000"/>
              <a:gd name="connsiteX613" fmla="*/ 4108507 w 12192000"/>
              <a:gd name="connsiteY613" fmla="*/ 3227478 h 6858000"/>
              <a:gd name="connsiteX614" fmla="*/ 4486403 w 12192000"/>
              <a:gd name="connsiteY614" fmla="*/ 3227478 h 6858000"/>
              <a:gd name="connsiteX615" fmla="*/ 4486403 w 12192000"/>
              <a:gd name="connsiteY615" fmla="*/ 3353158 h 6858000"/>
              <a:gd name="connsiteX616" fmla="*/ 4555012 w 12192000"/>
              <a:gd name="connsiteY616" fmla="*/ 3353158 h 6858000"/>
              <a:gd name="connsiteX617" fmla="*/ 4555012 w 12192000"/>
              <a:gd name="connsiteY617" fmla="*/ 3226395 h 6858000"/>
              <a:gd name="connsiteX618" fmla="*/ 4682430 w 12192000"/>
              <a:gd name="connsiteY618" fmla="*/ 3226395 h 6858000"/>
              <a:gd name="connsiteX619" fmla="*/ 4682430 w 12192000"/>
              <a:gd name="connsiteY619" fmla="*/ 3158138 h 6858000"/>
              <a:gd name="connsiteX620" fmla="*/ 4555012 w 12192000"/>
              <a:gd name="connsiteY620" fmla="*/ 3158138 h 6858000"/>
              <a:gd name="connsiteX621" fmla="*/ 4555012 w 12192000"/>
              <a:gd name="connsiteY621" fmla="*/ 2783265 h 6858000"/>
              <a:gd name="connsiteX622" fmla="*/ 5211702 w 12192000"/>
              <a:gd name="connsiteY622" fmla="*/ 2783265 h 6858000"/>
              <a:gd name="connsiteX623" fmla="*/ 5211702 w 12192000"/>
              <a:gd name="connsiteY623" fmla="*/ 2715007 h 6858000"/>
              <a:gd name="connsiteX624" fmla="*/ 5365257 w 12192000"/>
              <a:gd name="connsiteY624" fmla="*/ 2711757 h 6858000"/>
              <a:gd name="connsiteX625" fmla="*/ 5365257 w 12192000"/>
              <a:gd name="connsiteY625" fmla="*/ 2904611 h 6858000"/>
              <a:gd name="connsiteX626" fmla="*/ 5491584 w 12192000"/>
              <a:gd name="connsiteY626" fmla="*/ 3033541 h 6858000"/>
              <a:gd name="connsiteX627" fmla="*/ 5617914 w 12192000"/>
              <a:gd name="connsiteY627" fmla="*/ 2904611 h 6858000"/>
              <a:gd name="connsiteX628" fmla="*/ 5617914 w 12192000"/>
              <a:gd name="connsiteY628" fmla="*/ 2711757 h 6858000"/>
              <a:gd name="connsiteX629" fmla="*/ 5547126 w 12192000"/>
              <a:gd name="connsiteY629" fmla="*/ 2711757 h 6858000"/>
              <a:gd name="connsiteX630" fmla="*/ 5547126 w 12192000"/>
              <a:gd name="connsiteY630" fmla="*/ 2903527 h 6858000"/>
              <a:gd name="connsiteX631" fmla="*/ 5491584 w 12192000"/>
              <a:gd name="connsiteY631" fmla="*/ 2967451 h 6858000"/>
              <a:gd name="connsiteX632" fmla="*/ 5436043 w 12192000"/>
              <a:gd name="connsiteY632" fmla="*/ 2903527 h 6858000"/>
              <a:gd name="connsiteX633" fmla="*/ 5436043 w 12192000"/>
              <a:gd name="connsiteY633" fmla="*/ 2711757 h 6858000"/>
              <a:gd name="connsiteX634" fmla="*/ 0 w 12192000"/>
              <a:gd name="connsiteY634" fmla="*/ 0 h 6858000"/>
              <a:gd name="connsiteX635" fmla="*/ 12192000 w 12192000"/>
              <a:gd name="connsiteY635" fmla="*/ 0 h 6858000"/>
              <a:gd name="connsiteX636" fmla="*/ 12192000 w 12192000"/>
              <a:gd name="connsiteY636" fmla="*/ 6858000 h 6858000"/>
              <a:gd name="connsiteX637" fmla="*/ 0 w 12192000"/>
              <a:gd name="connsiteY63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</a:cxnLst>
            <a:rect l="l" t="t" r="r" b="b"/>
            <a:pathLst>
              <a:path w="12192000" h="6858000">
                <a:moveTo>
                  <a:pt x="3852583" y="3804956"/>
                </a:moveTo>
                <a:lnTo>
                  <a:pt x="3852583" y="4120240"/>
                </a:lnTo>
                <a:lnTo>
                  <a:pt x="3923370" y="4120240"/>
                </a:lnTo>
                <a:lnTo>
                  <a:pt x="3923370" y="3933887"/>
                </a:lnTo>
                <a:lnTo>
                  <a:pt x="4040987" y="4120240"/>
                </a:lnTo>
                <a:lnTo>
                  <a:pt x="4109596" y="4120240"/>
                </a:lnTo>
                <a:lnTo>
                  <a:pt x="4109596" y="3804956"/>
                </a:lnTo>
                <a:lnTo>
                  <a:pt x="4039897" y="3804956"/>
                </a:lnTo>
                <a:lnTo>
                  <a:pt x="4039897" y="3988059"/>
                </a:lnTo>
                <a:lnTo>
                  <a:pt x="3923370" y="3804956"/>
                </a:lnTo>
                <a:close/>
                <a:moveTo>
                  <a:pt x="7262357" y="3797372"/>
                </a:moveTo>
                <a:cubicBezTo>
                  <a:pt x="7285227" y="3797372"/>
                  <a:pt x="7296117" y="3812541"/>
                  <a:pt x="7297206" y="3828792"/>
                </a:cubicBezTo>
                <a:lnTo>
                  <a:pt x="7227508" y="3828792"/>
                </a:lnTo>
                <a:cubicBezTo>
                  <a:pt x="7228597" y="3813624"/>
                  <a:pt x="7241665" y="3797372"/>
                  <a:pt x="7262357" y="3797372"/>
                </a:cubicBezTo>
                <a:close/>
                <a:moveTo>
                  <a:pt x="6662298" y="3797372"/>
                </a:moveTo>
                <a:cubicBezTo>
                  <a:pt x="6685168" y="3797372"/>
                  <a:pt x="6696058" y="3812541"/>
                  <a:pt x="6697148" y="3828792"/>
                </a:cubicBezTo>
                <a:lnTo>
                  <a:pt x="6627449" y="3828792"/>
                </a:lnTo>
                <a:cubicBezTo>
                  <a:pt x="6628538" y="3813624"/>
                  <a:pt x="6641606" y="3797372"/>
                  <a:pt x="6662298" y="3797372"/>
                </a:cubicBezTo>
                <a:close/>
                <a:moveTo>
                  <a:pt x="7016235" y="3774620"/>
                </a:moveTo>
                <a:lnTo>
                  <a:pt x="7016235" y="3914384"/>
                </a:lnTo>
                <a:lnTo>
                  <a:pt x="7049995" y="3914384"/>
                </a:lnTo>
                <a:lnTo>
                  <a:pt x="7049995" y="3774620"/>
                </a:lnTo>
                <a:close/>
                <a:moveTo>
                  <a:pt x="6433600" y="3774620"/>
                </a:moveTo>
                <a:lnTo>
                  <a:pt x="6491319" y="3914385"/>
                </a:lnTo>
                <a:lnTo>
                  <a:pt x="6525079" y="3914385"/>
                </a:lnTo>
                <a:lnTo>
                  <a:pt x="6578442" y="3774620"/>
                </a:lnTo>
                <a:lnTo>
                  <a:pt x="6543593" y="3774620"/>
                </a:lnTo>
                <a:lnTo>
                  <a:pt x="6507655" y="3874297"/>
                </a:lnTo>
                <a:lnTo>
                  <a:pt x="6470627" y="3774620"/>
                </a:lnTo>
                <a:close/>
                <a:moveTo>
                  <a:pt x="6372614" y="3774620"/>
                </a:moveTo>
                <a:lnTo>
                  <a:pt x="6372614" y="3914384"/>
                </a:lnTo>
                <a:lnTo>
                  <a:pt x="6406374" y="3914384"/>
                </a:lnTo>
                <a:lnTo>
                  <a:pt x="6406374" y="3774620"/>
                </a:lnTo>
                <a:close/>
                <a:moveTo>
                  <a:pt x="6031745" y="3774620"/>
                </a:moveTo>
                <a:lnTo>
                  <a:pt x="6031745" y="3863463"/>
                </a:lnTo>
                <a:cubicBezTo>
                  <a:pt x="6031745" y="3893799"/>
                  <a:pt x="6051348" y="3918719"/>
                  <a:pt x="6085108" y="3918719"/>
                </a:cubicBezTo>
                <a:cubicBezTo>
                  <a:pt x="6101443" y="3918719"/>
                  <a:pt x="6117779" y="3911135"/>
                  <a:pt x="6125402" y="3900300"/>
                </a:cubicBezTo>
                <a:cubicBezTo>
                  <a:pt x="6125402" y="3905717"/>
                  <a:pt x="6125402" y="3912218"/>
                  <a:pt x="6126491" y="3915468"/>
                </a:cubicBezTo>
                <a:lnTo>
                  <a:pt x="6158073" y="3915468"/>
                </a:lnTo>
                <a:cubicBezTo>
                  <a:pt x="6158073" y="3910051"/>
                  <a:pt x="6156984" y="3901383"/>
                  <a:pt x="6156984" y="3889465"/>
                </a:cubicBezTo>
                <a:lnTo>
                  <a:pt x="6156984" y="3774620"/>
                </a:lnTo>
                <a:lnTo>
                  <a:pt x="6123224" y="3774620"/>
                </a:lnTo>
                <a:lnTo>
                  <a:pt x="6123224" y="3856962"/>
                </a:lnTo>
                <a:cubicBezTo>
                  <a:pt x="6123224" y="3875381"/>
                  <a:pt x="6113423" y="3888382"/>
                  <a:pt x="6093821" y="3888382"/>
                </a:cubicBezTo>
                <a:cubicBezTo>
                  <a:pt x="6073129" y="3888382"/>
                  <a:pt x="6065505" y="3874297"/>
                  <a:pt x="6065505" y="3856962"/>
                </a:cubicBezTo>
                <a:lnTo>
                  <a:pt x="6065505" y="3774620"/>
                </a:lnTo>
                <a:close/>
                <a:moveTo>
                  <a:pt x="6838722" y="3773536"/>
                </a:moveTo>
                <a:cubicBezTo>
                  <a:pt x="6820209" y="3773536"/>
                  <a:pt x="6804962" y="3782204"/>
                  <a:pt x="6798428" y="3797372"/>
                </a:cubicBezTo>
                <a:lnTo>
                  <a:pt x="6798428" y="3774619"/>
                </a:lnTo>
                <a:lnTo>
                  <a:pt x="6765757" y="3774619"/>
                </a:lnTo>
                <a:lnTo>
                  <a:pt x="6765757" y="3914384"/>
                </a:lnTo>
                <a:lnTo>
                  <a:pt x="6799517" y="3914384"/>
                </a:lnTo>
                <a:lnTo>
                  <a:pt x="6799517" y="3847211"/>
                </a:lnTo>
                <a:cubicBezTo>
                  <a:pt x="6799517" y="3821208"/>
                  <a:pt x="6811496" y="3806039"/>
                  <a:pt x="6837633" y="3806039"/>
                </a:cubicBezTo>
                <a:lnTo>
                  <a:pt x="6847435" y="3807015"/>
                </a:lnTo>
                <a:lnTo>
                  <a:pt x="6847435" y="3807123"/>
                </a:lnTo>
                <a:lnTo>
                  <a:pt x="6848524" y="3807123"/>
                </a:lnTo>
                <a:lnTo>
                  <a:pt x="6847435" y="3807015"/>
                </a:lnTo>
                <a:lnTo>
                  <a:pt x="6847435" y="3774619"/>
                </a:lnTo>
                <a:cubicBezTo>
                  <a:pt x="6846346" y="3773536"/>
                  <a:pt x="6843079" y="3773536"/>
                  <a:pt x="6838722" y="3773536"/>
                </a:cubicBezTo>
                <a:close/>
                <a:moveTo>
                  <a:pt x="7262357" y="3770286"/>
                </a:moveTo>
                <a:cubicBezTo>
                  <a:pt x="7226419" y="3770286"/>
                  <a:pt x="7193748" y="3799539"/>
                  <a:pt x="7193748" y="3843961"/>
                </a:cubicBezTo>
                <a:cubicBezTo>
                  <a:pt x="7193748" y="3891632"/>
                  <a:pt x="7227508" y="3918719"/>
                  <a:pt x="7265624" y="3918719"/>
                </a:cubicBezTo>
                <a:cubicBezTo>
                  <a:pt x="7299384" y="3918719"/>
                  <a:pt x="7321165" y="3899216"/>
                  <a:pt x="7328788" y="3874297"/>
                </a:cubicBezTo>
                <a:lnTo>
                  <a:pt x="7299384" y="3865630"/>
                </a:lnTo>
                <a:cubicBezTo>
                  <a:pt x="7295028" y="3879714"/>
                  <a:pt x="7285227" y="3890549"/>
                  <a:pt x="7264535" y="3890549"/>
                </a:cubicBezTo>
                <a:cubicBezTo>
                  <a:pt x="7243844" y="3890549"/>
                  <a:pt x="7227508" y="3875381"/>
                  <a:pt x="7226419" y="3853712"/>
                </a:cubicBezTo>
                <a:lnTo>
                  <a:pt x="7329878" y="3853712"/>
                </a:lnTo>
                <a:cubicBezTo>
                  <a:pt x="7330967" y="3852628"/>
                  <a:pt x="7330967" y="3848294"/>
                  <a:pt x="7330967" y="3842877"/>
                </a:cubicBezTo>
                <a:cubicBezTo>
                  <a:pt x="7330967" y="3798456"/>
                  <a:pt x="7305919" y="3770286"/>
                  <a:pt x="7262357" y="3770286"/>
                </a:cubicBezTo>
                <a:close/>
                <a:moveTo>
                  <a:pt x="6662298" y="3770286"/>
                </a:moveTo>
                <a:cubicBezTo>
                  <a:pt x="6626360" y="3770286"/>
                  <a:pt x="6593689" y="3799539"/>
                  <a:pt x="6593689" y="3843961"/>
                </a:cubicBezTo>
                <a:cubicBezTo>
                  <a:pt x="6593689" y="3891632"/>
                  <a:pt x="6627449" y="3918719"/>
                  <a:pt x="6665565" y="3918719"/>
                </a:cubicBezTo>
                <a:cubicBezTo>
                  <a:pt x="6699326" y="3918719"/>
                  <a:pt x="6721107" y="3899216"/>
                  <a:pt x="6728730" y="3874297"/>
                </a:cubicBezTo>
                <a:lnTo>
                  <a:pt x="6699326" y="3865630"/>
                </a:lnTo>
                <a:cubicBezTo>
                  <a:pt x="6694970" y="3879714"/>
                  <a:pt x="6685168" y="3890549"/>
                  <a:pt x="6664477" y="3890549"/>
                </a:cubicBezTo>
                <a:cubicBezTo>
                  <a:pt x="6643785" y="3890549"/>
                  <a:pt x="6627449" y="3875381"/>
                  <a:pt x="6626360" y="3853712"/>
                </a:cubicBezTo>
                <a:lnTo>
                  <a:pt x="6729819" y="3853712"/>
                </a:lnTo>
                <a:cubicBezTo>
                  <a:pt x="6730908" y="3852628"/>
                  <a:pt x="6730908" y="3848294"/>
                  <a:pt x="6730908" y="3842877"/>
                </a:cubicBezTo>
                <a:cubicBezTo>
                  <a:pt x="6730908" y="3798456"/>
                  <a:pt x="6705860" y="3770286"/>
                  <a:pt x="6662298" y="3770286"/>
                </a:cubicBezTo>
                <a:close/>
                <a:moveTo>
                  <a:pt x="6277868" y="3770286"/>
                </a:moveTo>
                <a:cubicBezTo>
                  <a:pt x="6262621" y="3770286"/>
                  <a:pt x="6245197" y="3776787"/>
                  <a:pt x="6236484" y="3793039"/>
                </a:cubicBezTo>
                <a:lnTo>
                  <a:pt x="6236484" y="3774620"/>
                </a:lnTo>
                <a:lnTo>
                  <a:pt x="6203813" y="3774620"/>
                </a:lnTo>
                <a:lnTo>
                  <a:pt x="6203813" y="3914385"/>
                </a:lnTo>
                <a:lnTo>
                  <a:pt x="6236484" y="3914385"/>
                </a:lnTo>
                <a:lnTo>
                  <a:pt x="6236484" y="3834209"/>
                </a:lnTo>
                <a:cubicBezTo>
                  <a:pt x="6236484" y="3815791"/>
                  <a:pt x="6246285" y="3800623"/>
                  <a:pt x="6265888" y="3800623"/>
                </a:cubicBezTo>
                <a:cubicBezTo>
                  <a:pt x="6287669" y="3800623"/>
                  <a:pt x="6295292" y="3814707"/>
                  <a:pt x="6295292" y="3832043"/>
                </a:cubicBezTo>
                <a:lnTo>
                  <a:pt x="6295292" y="3914385"/>
                </a:lnTo>
                <a:lnTo>
                  <a:pt x="6329052" y="3914385"/>
                </a:lnTo>
                <a:lnTo>
                  <a:pt x="6329052" y="3825542"/>
                </a:lnTo>
                <a:cubicBezTo>
                  <a:pt x="6329052" y="3795205"/>
                  <a:pt x="6312717" y="3770286"/>
                  <a:pt x="6277868" y="3770286"/>
                </a:cubicBezTo>
                <a:close/>
                <a:moveTo>
                  <a:pt x="6923667" y="3769202"/>
                </a:moveTo>
                <a:cubicBezTo>
                  <a:pt x="6894263" y="3769202"/>
                  <a:pt x="6871393" y="3789788"/>
                  <a:pt x="6871393" y="3814707"/>
                </a:cubicBezTo>
                <a:cubicBezTo>
                  <a:pt x="6871393" y="3834209"/>
                  <a:pt x="6884462" y="3850461"/>
                  <a:pt x="6909510" y="3855878"/>
                </a:cubicBezTo>
                <a:lnTo>
                  <a:pt x="6930201" y="3860212"/>
                </a:lnTo>
                <a:cubicBezTo>
                  <a:pt x="6941091" y="3862379"/>
                  <a:pt x="6946537" y="3867796"/>
                  <a:pt x="6946537" y="3875380"/>
                </a:cubicBezTo>
                <a:cubicBezTo>
                  <a:pt x="6946537" y="3884048"/>
                  <a:pt x="6940002" y="3891632"/>
                  <a:pt x="6925845" y="3891632"/>
                </a:cubicBezTo>
                <a:cubicBezTo>
                  <a:pt x="6908420" y="3891632"/>
                  <a:pt x="6898619" y="3880797"/>
                  <a:pt x="6897530" y="3867796"/>
                </a:cubicBezTo>
                <a:lnTo>
                  <a:pt x="6868126" y="3874297"/>
                </a:lnTo>
                <a:cubicBezTo>
                  <a:pt x="6869215" y="3890548"/>
                  <a:pt x="6885551" y="3916551"/>
                  <a:pt x="6925845" y="3916551"/>
                </a:cubicBezTo>
                <a:cubicBezTo>
                  <a:pt x="6961783" y="3916551"/>
                  <a:pt x="6979208" y="3893799"/>
                  <a:pt x="6979208" y="3872130"/>
                </a:cubicBezTo>
                <a:cubicBezTo>
                  <a:pt x="6979208" y="3851544"/>
                  <a:pt x="6965050" y="3835292"/>
                  <a:pt x="6938914" y="3829875"/>
                </a:cubicBezTo>
                <a:lnTo>
                  <a:pt x="6917133" y="3825541"/>
                </a:lnTo>
                <a:cubicBezTo>
                  <a:pt x="6908420" y="3824458"/>
                  <a:pt x="6902975" y="3819041"/>
                  <a:pt x="6902975" y="3811457"/>
                </a:cubicBezTo>
                <a:cubicBezTo>
                  <a:pt x="6902975" y="3802789"/>
                  <a:pt x="6911688" y="3795205"/>
                  <a:pt x="6923667" y="3795205"/>
                </a:cubicBezTo>
                <a:cubicBezTo>
                  <a:pt x="6942181" y="3795205"/>
                  <a:pt x="6948715" y="3808206"/>
                  <a:pt x="6949804" y="3815790"/>
                </a:cubicBezTo>
                <a:lnTo>
                  <a:pt x="6978119" y="3808206"/>
                </a:lnTo>
                <a:cubicBezTo>
                  <a:pt x="6975941" y="3794121"/>
                  <a:pt x="6962872" y="3769202"/>
                  <a:pt x="6923667" y="3769202"/>
                </a:cubicBezTo>
                <a:close/>
                <a:moveTo>
                  <a:pt x="7378884" y="3733448"/>
                </a:moveTo>
                <a:lnTo>
                  <a:pt x="7378884" y="3754034"/>
                </a:lnTo>
                <a:cubicBezTo>
                  <a:pt x="7378884" y="3765952"/>
                  <a:pt x="7372350" y="3775703"/>
                  <a:pt x="7357104" y="3775703"/>
                </a:cubicBezTo>
                <a:lnTo>
                  <a:pt x="7349480" y="3775703"/>
                </a:lnTo>
                <a:lnTo>
                  <a:pt x="7349480" y="3804956"/>
                </a:lnTo>
                <a:lnTo>
                  <a:pt x="7375617" y="3804956"/>
                </a:lnTo>
                <a:lnTo>
                  <a:pt x="7375617" y="3875380"/>
                </a:lnTo>
                <a:cubicBezTo>
                  <a:pt x="7375617" y="3901383"/>
                  <a:pt x="7391953" y="3916551"/>
                  <a:pt x="7418089" y="3916551"/>
                </a:cubicBezTo>
                <a:cubicBezTo>
                  <a:pt x="7430069" y="3916551"/>
                  <a:pt x="7436603" y="3913300"/>
                  <a:pt x="7438781" y="3912217"/>
                </a:cubicBezTo>
                <a:lnTo>
                  <a:pt x="7438781" y="3885131"/>
                </a:lnTo>
                <a:cubicBezTo>
                  <a:pt x="7436603" y="3885131"/>
                  <a:pt x="7431158" y="3886214"/>
                  <a:pt x="7426802" y="3886214"/>
                </a:cubicBezTo>
                <a:cubicBezTo>
                  <a:pt x="7414822" y="3886214"/>
                  <a:pt x="7409377" y="3880797"/>
                  <a:pt x="7409377" y="3868879"/>
                </a:cubicBezTo>
                <a:lnTo>
                  <a:pt x="7409377" y="3803872"/>
                </a:lnTo>
                <a:lnTo>
                  <a:pt x="7438781" y="3803872"/>
                </a:lnTo>
                <a:lnTo>
                  <a:pt x="7438781" y="3774619"/>
                </a:lnTo>
                <a:lnTo>
                  <a:pt x="7409377" y="3774619"/>
                </a:lnTo>
                <a:lnTo>
                  <a:pt x="7409377" y="3733448"/>
                </a:lnTo>
                <a:close/>
                <a:moveTo>
                  <a:pt x="7108803" y="3733448"/>
                </a:moveTo>
                <a:lnTo>
                  <a:pt x="7108803" y="3754034"/>
                </a:lnTo>
                <a:cubicBezTo>
                  <a:pt x="7108803" y="3765952"/>
                  <a:pt x="7102269" y="3775703"/>
                  <a:pt x="7087022" y="3775703"/>
                </a:cubicBezTo>
                <a:lnTo>
                  <a:pt x="7079399" y="3775703"/>
                </a:lnTo>
                <a:lnTo>
                  <a:pt x="7079399" y="3804956"/>
                </a:lnTo>
                <a:lnTo>
                  <a:pt x="7105536" y="3804956"/>
                </a:lnTo>
                <a:lnTo>
                  <a:pt x="7105536" y="3875380"/>
                </a:lnTo>
                <a:cubicBezTo>
                  <a:pt x="7105536" y="3901383"/>
                  <a:pt x="7121871" y="3916551"/>
                  <a:pt x="7148008" y="3916551"/>
                </a:cubicBezTo>
                <a:cubicBezTo>
                  <a:pt x="7159988" y="3916551"/>
                  <a:pt x="7166522" y="3913300"/>
                  <a:pt x="7168700" y="3912217"/>
                </a:cubicBezTo>
                <a:lnTo>
                  <a:pt x="7168700" y="3885131"/>
                </a:lnTo>
                <a:cubicBezTo>
                  <a:pt x="7166522" y="3885131"/>
                  <a:pt x="7161077" y="3886214"/>
                  <a:pt x="7156721" y="3886214"/>
                </a:cubicBezTo>
                <a:cubicBezTo>
                  <a:pt x="7144741" y="3886214"/>
                  <a:pt x="7139296" y="3880797"/>
                  <a:pt x="7139296" y="3868879"/>
                </a:cubicBezTo>
                <a:lnTo>
                  <a:pt x="7139296" y="3803872"/>
                </a:lnTo>
                <a:lnTo>
                  <a:pt x="7168700" y="3803872"/>
                </a:lnTo>
                <a:lnTo>
                  <a:pt x="7168700" y="3774619"/>
                </a:lnTo>
                <a:lnTo>
                  <a:pt x="7139296" y="3774619"/>
                </a:lnTo>
                <a:lnTo>
                  <a:pt x="7139296" y="3733448"/>
                </a:lnTo>
                <a:close/>
                <a:moveTo>
                  <a:pt x="7032570" y="3703112"/>
                </a:moveTo>
                <a:cubicBezTo>
                  <a:pt x="7020591" y="3703112"/>
                  <a:pt x="7010790" y="3712863"/>
                  <a:pt x="7010790" y="3724781"/>
                </a:cubicBezTo>
                <a:cubicBezTo>
                  <a:pt x="7010790" y="3736699"/>
                  <a:pt x="7020591" y="3746450"/>
                  <a:pt x="7032570" y="3746450"/>
                </a:cubicBezTo>
                <a:cubicBezTo>
                  <a:pt x="7044550" y="3746450"/>
                  <a:pt x="7054351" y="3736699"/>
                  <a:pt x="7054351" y="3724781"/>
                </a:cubicBezTo>
                <a:cubicBezTo>
                  <a:pt x="7054351" y="3712863"/>
                  <a:pt x="7044550" y="3703112"/>
                  <a:pt x="7032570" y="3703112"/>
                </a:cubicBezTo>
                <a:close/>
                <a:moveTo>
                  <a:pt x="6390039" y="3703112"/>
                </a:moveTo>
                <a:cubicBezTo>
                  <a:pt x="6378059" y="3703112"/>
                  <a:pt x="6368258" y="3712863"/>
                  <a:pt x="6368258" y="3724781"/>
                </a:cubicBezTo>
                <a:cubicBezTo>
                  <a:pt x="6368258" y="3736699"/>
                  <a:pt x="6378059" y="3746450"/>
                  <a:pt x="6390039" y="3746450"/>
                </a:cubicBezTo>
                <a:cubicBezTo>
                  <a:pt x="6402018" y="3746450"/>
                  <a:pt x="6411820" y="3736699"/>
                  <a:pt x="6411820" y="3724781"/>
                </a:cubicBezTo>
                <a:cubicBezTo>
                  <a:pt x="6411820" y="3712863"/>
                  <a:pt x="6402018" y="3703112"/>
                  <a:pt x="6390039" y="3703112"/>
                </a:cubicBezTo>
                <a:close/>
                <a:moveTo>
                  <a:pt x="4364431" y="3482089"/>
                </a:moveTo>
                <a:lnTo>
                  <a:pt x="4364431" y="3797372"/>
                </a:lnTo>
                <a:lnTo>
                  <a:pt x="4434129" y="3797372"/>
                </a:lnTo>
                <a:lnTo>
                  <a:pt x="4434129" y="3618603"/>
                </a:lnTo>
                <a:lnTo>
                  <a:pt x="4498382" y="3793039"/>
                </a:lnTo>
                <a:lnTo>
                  <a:pt x="4549567" y="3793039"/>
                </a:lnTo>
                <a:lnTo>
                  <a:pt x="4613820" y="3620770"/>
                </a:lnTo>
                <a:lnTo>
                  <a:pt x="4613820" y="3797372"/>
                </a:lnTo>
                <a:lnTo>
                  <a:pt x="4682430" y="3797372"/>
                </a:lnTo>
                <a:lnTo>
                  <a:pt x="4682430" y="3482089"/>
                </a:lnTo>
                <a:lnTo>
                  <a:pt x="4598574" y="3482089"/>
                </a:lnTo>
                <a:lnTo>
                  <a:pt x="4524519" y="3680360"/>
                </a:lnTo>
                <a:lnTo>
                  <a:pt x="4451554" y="3482089"/>
                </a:lnTo>
                <a:close/>
                <a:moveTo>
                  <a:pt x="7506302" y="3463670"/>
                </a:moveTo>
                <a:lnTo>
                  <a:pt x="7506302" y="3470171"/>
                </a:lnTo>
                <a:cubicBezTo>
                  <a:pt x="7506302" y="3497257"/>
                  <a:pt x="7489966" y="3505925"/>
                  <a:pt x="7471453" y="3507008"/>
                </a:cubicBezTo>
                <a:cubicBezTo>
                  <a:pt x="7458384" y="3507008"/>
                  <a:pt x="7450761" y="3498340"/>
                  <a:pt x="7450761" y="3488589"/>
                </a:cubicBezTo>
                <a:cubicBezTo>
                  <a:pt x="7450761" y="3476672"/>
                  <a:pt x="7459473" y="3471254"/>
                  <a:pt x="7469275" y="3469087"/>
                </a:cubicBezTo>
                <a:close/>
                <a:moveTo>
                  <a:pt x="8145566" y="3413831"/>
                </a:moveTo>
                <a:cubicBezTo>
                  <a:pt x="8166258" y="3413831"/>
                  <a:pt x="8181505" y="3428999"/>
                  <a:pt x="8181505" y="3452835"/>
                </a:cubicBezTo>
                <a:cubicBezTo>
                  <a:pt x="8181505" y="3477755"/>
                  <a:pt x="8166258" y="3492923"/>
                  <a:pt x="8145566" y="3492923"/>
                </a:cubicBezTo>
                <a:cubicBezTo>
                  <a:pt x="8122697" y="3492923"/>
                  <a:pt x="8108539" y="3477755"/>
                  <a:pt x="8108539" y="3452835"/>
                </a:cubicBezTo>
                <a:cubicBezTo>
                  <a:pt x="8108539" y="3428999"/>
                  <a:pt x="8123786" y="3413831"/>
                  <a:pt x="8145566" y="3413831"/>
                </a:cubicBezTo>
                <a:close/>
                <a:moveTo>
                  <a:pt x="7654411" y="3413831"/>
                </a:moveTo>
                <a:cubicBezTo>
                  <a:pt x="7677280" y="3413831"/>
                  <a:pt x="7692527" y="3431166"/>
                  <a:pt x="7692527" y="3457169"/>
                </a:cubicBezTo>
                <a:cubicBezTo>
                  <a:pt x="7692527" y="3484255"/>
                  <a:pt x="7676191" y="3501590"/>
                  <a:pt x="7654411" y="3501590"/>
                </a:cubicBezTo>
                <a:cubicBezTo>
                  <a:pt x="7632630" y="3501590"/>
                  <a:pt x="7616294" y="3484255"/>
                  <a:pt x="7616294" y="3457169"/>
                </a:cubicBezTo>
                <a:cubicBezTo>
                  <a:pt x="7616294" y="3431166"/>
                  <a:pt x="7632630" y="3413831"/>
                  <a:pt x="7654411" y="3413831"/>
                </a:cubicBezTo>
                <a:close/>
                <a:moveTo>
                  <a:pt x="6103621" y="3413831"/>
                </a:moveTo>
                <a:cubicBezTo>
                  <a:pt x="6125402" y="3413831"/>
                  <a:pt x="6141738" y="3428999"/>
                  <a:pt x="6141738" y="3457169"/>
                </a:cubicBezTo>
                <a:cubicBezTo>
                  <a:pt x="6141738" y="3485339"/>
                  <a:pt x="6125402" y="3501590"/>
                  <a:pt x="6103621" y="3501590"/>
                </a:cubicBezTo>
                <a:cubicBezTo>
                  <a:pt x="6081841" y="3501590"/>
                  <a:pt x="6065505" y="3484255"/>
                  <a:pt x="6065505" y="3457169"/>
                </a:cubicBezTo>
                <a:cubicBezTo>
                  <a:pt x="6065505" y="3430083"/>
                  <a:pt x="6081841" y="3413831"/>
                  <a:pt x="6103621" y="3413831"/>
                </a:cubicBezTo>
                <a:close/>
                <a:moveTo>
                  <a:pt x="6353012" y="3412748"/>
                </a:moveTo>
                <a:cubicBezTo>
                  <a:pt x="6373703" y="3412748"/>
                  <a:pt x="6392217" y="3427916"/>
                  <a:pt x="6392217" y="3457170"/>
                </a:cubicBezTo>
                <a:cubicBezTo>
                  <a:pt x="6392217" y="3487506"/>
                  <a:pt x="6373703" y="3502674"/>
                  <a:pt x="6353012" y="3501591"/>
                </a:cubicBezTo>
                <a:cubicBezTo>
                  <a:pt x="6332320" y="3501591"/>
                  <a:pt x="6313806" y="3486423"/>
                  <a:pt x="6313806" y="3457170"/>
                </a:cubicBezTo>
                <a:cubicBezTo>
                  <a:pt x="6313806" y="3427916"/>
                  <a:pt x="6332320" y="3412748"/>
                  <a:pt x="6353012" y="3412748"/>
                </a:cubicBezTo>
                <a:close/>
                <a:moveTo>
                  <a:pt x="8316545" y="3410581"/>
                </a:moveTo>
                <a:cubicBezTo>
                  <a:pt x="8339415" y="3410581"/>
                  <a:pt x="8350306" y="3425750"/>
                  <a:pt x="8351395" y="3442001"/>
                </a:cubicBezTo>
                <a:lnTo>
                  <a:pt x="8281696" y="3442001"/>
                </a:lnTo>
                <a:cubicBezTo>
                  <a:pt x="8282786" y="3426833"/>
                  <a:pt x="8295854" y="3410581"/>
                  <a:pt x="8316545" y="3410581"/>
                </a:cubicBezTo>
                <a:close/>
                <a:moveTo>
                  <a:pt x="7819944" y="3410581"/>
                </a:moveTo>
                <a:cubicBezTo>
                  <a:pt x="7842814" y="3410581"/>
                  <a:pt x="7853704" y="3425750"/>
                  <a:pt x="7854794" y="3442001"/>
                </a:cubicBezTo>
                <a:lnTo>
                  <a:pt x="7785095" y="3442001"/>
                </a:lnTo>
                <a:cubicBezTo>
                  <a:pt x="7786184" y="3426833"/>
                  <a:pt x="7799252" y="3410581"/>
                  <a:pt x="7819944" y="3410581"/>
                </a:cubicBezTo>
                <a:close/>
                <a:moveTo>
                  <a:pt x="6859413" y="3410581"/>
                </a:moveTo>
                <a:cubicBezTo>
                  <a:pt x="6882283" y="3410581"/>
                  <a:pt x="6893173" y="3425750"/>
                  <a:pt x="6894263" y="3442001"/>
                </a:cubicBezTo>
                <a:lnTo>
                  <a:pt x="6824564" y="3442001"/>
                </a:lnTo>
                <a:cubicBezTo>
                  <a:pt x="6825653" y="3426833"/>
                  <a:pt x="6838721" y="3410581"/>
                  <a:pt x="6859413" y="3410581"/>
                </a:cubicBezTo>
                <a:close/>
                <a:moveTo>
                  <a:pt x="8003992" y="3387829"/>
                </a:moveTo>
                <a:lnTo>
                  <a:pt x="8003992" y="3527593"/>
                </a:lnTo>
                <a:lnTo>
                  <a:pt x="8037752" y="3527593"/>
                </a:lnTo>
                <a:lnTo>
                  <a:pt x="8037752" y="3387829"/>
                </a:lnTo>
                <a:close/>
                <a:moveTo>
                  <a:pt x="6613291" y="3387829"/>
                </a:moveTo>
                <a:lnTo>
                  <a:pt x="6613291" y="3527593"/>
                </a:lnTo>
                <a:lnTo>
                  <a:pt x="6647051" y="3527593"/>
                </a:lnTo>
                <a:lnTo>
                  <a:pt x="6647051" y="3387829"/>
                </a:lnTo>
                <a:close/>
                <a:moveTo>
                  <a:pt x="6211436" y="3387829"/>
                </a:moveTo>
                <a:lnTo>
                  <a:pt x="6211436" y="3527593"/>
                </a:lnTo>
                <a:lnTo>
                  <a:pt x="6245196" y="3527593"/>
                </a:lnTo>
                <a:lnTo>
                  <a:pt x="6245196" y="3387829"/>
                </a:lnTo>
                <a:close/>
                <a:moveTo>
                  <a:pt x="6439045" y="3387828"/>
                </a:moveTo>
                <a:lnTo>
                  <a:pt x="6496764" y="3527593"/>
                </a:lnTo>
                <a:lnTo>
                  <a:pt x="6530524" y="3527593"/>
                </a:lnTo>
                <a:lnTo>
                  <a:pt x="6583887" y="3387828"/>
                </a:lnTo>
                <a:lnTo>
                  <a:pt x="6549038" y="3387828"/>
                </a:lnTo>
                <a:lnTo>
                  <a:pt x="6513100" y="3487505"/>
                </a:lnTo>
                <a:lnTo>
                  <a:pt x="6476072" y="3387828"/>
                </a:lnTo>
                <a:close/>
                <a:moveTo>
                  <a:pt x="8139032" y="3384578"/>
                </a:moveTo>
                <a:cubicBezTo>
                  <a:pt x="8099827" y="3384578"/>
                  <a:pt x="8073690" y="3414915"/>
                  <a:pt x="8073690" y="3452835"/>
                </a:cubicBezTo>
                <a:cubicBezTo>
                  <a:pt x="8073690" y="3491839"/>
                  <a:pt x="8102005" y="3521093"/>
                  <a:pt x="8139032" y="3521093"/>
                </a:cubicBezTo>
                <a:cubicBezTo>
                  <a:pt x="8159724" y="3521093"/>
                  <a:pt x="8173882" y="3511341"/>
                  <a:pt x="8180416" y="3500507"/>
                </a:cubicBezTo>
                <a:lnTo>
                  <a:pt x="8180416" y="3515675"/>
                </a:lnTo>
                <a:cubicBezTo>
                  <a:pt x="8180416" y="3544928"/>
                  <a:pt x="8166258" y="3557930"/>
                  <a:pt x="8140121" y="3557930"/>
                </a:cubicBezTo>
                <a:cubicBezTo>
                  <a:pt x="8121607" y="3557930"/>
                  <a:pt x="8107450" y="3544928"/>
                  <a:pt x="8105272" y="3527593"/>
                </a:cubicBezTo>
                <a:lnTo>
                  <a:pt x="8073690" y="3536261"/>
                </a:lnTo>
                <a:cubicBezTo>
                  <a:pt x="8078046" y="3564430"/>
                  <a:pt x="8104183" y="3587183"/>
                  <a:pt x="8141210" y="3587183"/>
                </a:cubicBezTo>
                <a:cubicBezTo>
                  <a:pt x="8193484" y="3587183"/>
                  <a:pt x="8213087" y="3551429"/>
                  <a:pt x="8213087" y="3514592"/>
                </a:cubicBezTo>
                <a:lnTo>
                  <a:pt x="8213087" y="3387828"/>
                </a:lnTo>
                <a:lnTo>
                  <a:pt x="8180416" y="3387828"/>
                </a:lnTo>
                <a:lnTo>
                  <a:pt x="8180416" y="3405163"/>
                </a:lnTo>
                <a:cubicBezTo>
                  <a:pt x="8174971" y="3393246"/>
                  <a:pt x="8160813" y="3384578"/>
                  <a:pt x="8139032" y="3384578"/>
                </a:cubicBezTo>
                <a:close/>
                <a:moveTo>
                  <a:pt x="7660945" y="3384578"/>
                </a:moveTo>
                <a:cubicBezTo>
                  <a:pt x="7639164" y="3384578"/>
                  <a:pt x="7622828" y="3394329"/>
                  <a:pt x="7616294" y="3406247"/>
                </a:cubicBezTo>
                <a:lnTo>
                  <a:pt x="7616294" y="3387828"/>
                </a:lnTo>
                <a:lnTo>
                  <a:pt x="7583623" y="3387828"/>
                </a:lnTo>
                <a:lnTo>
                  <a:pt x="7583623" y="3581766"/>
                </a:lnTo>
                <a:lnTo>
                  <a:pt x="7617383" y="3581766"/>
                </a:lnTo>
                <a:lnTo>
                  <a:pt x="7617383" y="3511341"/>
                </a:lnTo>
                <a:cubicBezTo>
                  <a:pt x="7623917" y="3522176"/>
                  <a:pt x="7639164" y="3530844"/>
                  <a:pt x="7659856" y="3530844"/>
                </a:cubicBezTo>
                <a:cubicBezTo>
                  <a:pt x="7700150" y="3530844"/>
                  <a:pt x="7726287" y="3499423"/>
                  <a:pt x="7726287" y="3457169"/>
                </a:cubicBezTo>
                <a:cubicBezTo>
                  <a:pt x="7726287" y="3415998"/>
                  <a:pt x="7702328" y="3384578"/>
                  <a:pt x="7660945" y="3384578"/>
                </a:cubicBezTo>
                <a:close/>
                <a:moveTo>
                  <a:pt x="8316545" y="3383495"/>
                </a:moveTo>
                <a:cubicBezTo>
                  <a:pt x="8280607" y="3383495"/>
                  <a:pt x="8247936" y="3412748"/>
                  <a:pt x="8247936" y="3457170"/>
                </a:cubicBezTo>
                <a:cubicBezTo>
                  <a:pt x="8247936" y="3504841"/>
                  <a:pt x="8281696" y="3531928"/>
                  <a:pt x="8319812" y="3531928"/>
                </a:cubicBezTo>
                <a:cubicBezTo>
                  <a:pt x="8353573" y="3531928"/>
                  <a:pt x="8375354" y="3512425"/>
                  <a:pt x="8382977" y="3487506"/>
                </a:cubicBezTo>
                <a:lnTo>
                  <a:pt x="8353573" y="3478838"/>
                </a:lnTo>
                <a:cubicBezTo>
                  <a:pt x="8349217" y="3492923"/>
                  <a:pt x="8339415" y="3503758"/>
                  <a:pt x="8318724" y="3503758"/>
                </a:cubicBezTo>
                <a:cubicBezTo>
                  <a:pt x="8298032" y="3503758"/>
                  <a:pt x="8281696" y="3488589"/>
                  <a:pt x="8280607" y="3466921"/>
                </a:cubicBezTo>
                <a:lnTo>
                  <a:pt x="8384066" y="3466921"/>
                </a:lnTo>
                <a:cubicBezTo>
                  <a:pt x="8385155" y="3465837"/>
                  <a:pt x="8385155" y="3461503"/>
                  <a:pt x="8385155" y="3456086"/>
                </a:cubicBezTo>
                <a:cubicBezTo>
                  <a:pt x="8385155" y="3411665"/>
                  <a:pt x="8360107" y="3383495"/>
                  <a:pt x="8316545" y="3383495"/>
                </a:cubicBezTo>
                <a:close/>
                <a:moveTo>
                  <a:pt x="7819944" y="3383495"/>
                </a:moveTo>
                <a:cubicBezTo>
                  <a:pt x="7784006" y="3383495"/>
                  <a:pt x="7751335" y="3412748"/>
                  <a:pt x="7751335" y="3457170"/>
                </a:cubicBezTo>
                <a:cubicBezTo>
                  <a:pt x="7751335" y="3504841"/>
                  <a:pt x="7785095" y="3531928"/>
                  <a:pt x="7823211" y="3531928"/>
                </a:cubicBezTo>
                <a:cubicBezTo>
                  <a:pt x="7856971" y="3531928"/>
                  <a:pt x="7878752" y="3512425"/>
                  <a:pt x="7886375" y="3487506"/>
                </a:cubicBezTo>
                <a:lnTo>
                  <a:pt x="7856971" y="3478838"/>
                </a:lnTo>
                <a:cubicBezTo>
                  <a:pt x="7852616" y="3492923"/>
                  <a:pt x="7842814" y="3503758"/>
                  <a:pt x="7822122" y="3503758"/>
                </a:cubicBezTo>
                <a:cubicBezTo>
                  <a:pt x="7801431" y="3503758"/>
                  <a:pt x="7785095" y="3488589"/>
                  <a:pt x="7784006" y="3466921"/>
                </a:cubicBezTo>
                <a:lnTo>
                  <a:pt x="7887465" y="3466921"/>
                </a:lnTo>
                <a:cubicBezTo>
                  <a:pt x="7888554" y="3465837"/>
                  <a:pt x="7888554" y="3461503"/>
                  <a:pt x="7888554" y="3456086"/>
                </a:cubicBezTo>
                <a:cubicBezTo>
                  <a:pt x="7888554" y="3411665"/>
                  <a:pt x="7863506" y="3383495"/>
                  <a:pt x="7819944" y="3383495"/>
                </a:cubicBezTo>
                <a:close/>
                <a:moveTo>
                  <a:pt x="7480165" y="3383495"/>
                </a:moveTo>
                <a:cubicBezTo>
                  <a:pt x="7446405" y="3383495"/>
                  <a:pt x="7423535" y="3405164"/>
                  <a:pt x="7421357" y="3429000"/>
                </a:cubicBezTo>
                <a:lnTo>
                  <a:pt x="7451850" y="3435501"/>
                </a:lnTo>
                <a:cubicBezTo>
                  <a:pt x="7454028" y="3421416"/>
                  <a:pt x="7463829" y="3410581"/>
                  <a:pt x="7481254" y="3410581"/>
                </a:cubicBezTo>
                <a:cubicBezTo>
                  <a:pt x="7499767" y="3410581"/>
                  <a:pt x="7507391" y="3420332"/>
                  <a:pt x="7507391" y="3432250"/>
                </a:cubicBezTo>
                <a:cubicBezTo>
                  <a:pt x="7507391" y="3436584"/>
                  <a:pt x="7504124" y="3440918"/>
                  <a:pt x="7496500" y="3442001"/>
                </a:cubicBezTo>
                <a:lnTo>
                  <a:pt x="7460562" y="3447418"/>
                </a:lnTo>
                <a:cubicBezTo>
                  <a:pt x="7435514" y="3450669"/>
                  <a:pt x="7417001" y="3464754"/>
                  <a:pt x="7418090" y="3489673"/>
                </a:cubicBezTo>
                <a:cubicBezTo>
                  <a:pt x="7418090" y="3511342"/>
                  <a:pt x="7436603" y="3531928"/>
                  <a:pt x="7466008" y="3531928"/>
                </a:cubicBezTo>
                <a:cubicBezTo>
                  <a:pt x="7488877" y="3531928"/>
                  <a:pt x="7503034" y="3520010"/>
                  <a:pt x="7509569" y="3509175"/>
                </a:cubicBezTo>
                <a:cubicBezTo>
                  <a:pt x="7509569" y="3521093"/>
                  <a:pt x="7510658" y="3526510"/>
                  <a:pt x="7510658" y="3527594"/>
                </a:cubicBezTo>
                <a:lnTo>
                  <a:pt x="7542240" y="3527594"/>
                </a:lnTo>
                <a:cubicBezTo>
                  <a:pt x="7541151" y="3525427"/>
                  <a:pt x="7540062" y="3517843"/>
                  <a:pt x="7540062" y="3504841"/>
                </a:cubicBezTo>
                <a:lnTo>
                  <a:pt x="7540062" y="3435501"/>
                </a:lnTo>
                <a:cubicBezTo>
                  <a:pt x="7540062" y="3408414"/>
                  <a:pt x="7523726" y="3383495"/>
                  <a:pt x="7480165" y="3383495"/>
                </a:cubicBezTo>
                <a:close/>
                <a:moveTo>
                  <a:pt x="7176324" y="3383495"/>
                </a:moveTo>
                <a:cubicBezTo>
                  <a:pt x="7146920" y="3383495"/>
                  <a:pt x="7124050" y="3404081"/>
                  <a:pt x="7124050" y="3429000"/>
                </a:cubicBezTo>
                <a:cubicBezTo>
                  <a:pt x="7124050" y="3448502"/>
                  <a:pt x="7137119" y="3464754"/>
                  <a:pt x="7162167" y="3470171"/>
                </a:cubicBezTo>
                <a:lnTo>
                  <a:pt x="7182858" y="3474505"/>
                </a:lnTo>
                <a:cubicBezTo>
                  <a:pt x="7193749" y="3476672"/>
                  <a:pt x="7199194" y="3482089"/>
                  <a:pt x="7199194" y="3489673"/>
                </a:cubicBezTo>
                <a:cubicBezTo>
                  <a:pt x="7199194" y="3498340"/>
                  <a:pt x="7192659" y="3505925"/>
                  <a:pt x="7178502" y="3505925"/>
                </a:cubicBezTo>
                <a:cubicBezTo>
                  <a:pt x="7161077" y="3505925"/>
                  <a:pt x="7151276" y="3495090"/>
                  <a:pt x="7150187" y="3482089"/>
                </a:cubicBezTo>
                <a:lnTo>
                  <a:pt x="7120783" y="3489673"/>
                </a:lnTo>
                <a:cubicBezTo>
                  <a:pt x="7121872" y="3504841"/>
                  <a:pt x="7138208" y="3531928"/>
                  <a:pt x="7178502" y="3531928"/>
                </a:cubicBezTo>
                <a:cubicBezTo>
                  <a:pt x="7214440" y="3531928"/>
                  <a:pt x="7231865" y="3508092"/>
                  <a:pt x="7231865" y="3486423"/>
                </a:cubicBezTo>
                <a:cubicBezTo>
                  <a:pt x="7231865" y="3465837"/>
                  <a:pt x="7217707" y="3449585"/>
                  <a:pt x="7191571" y="3444168"/>
                </a:cubicBezTo>
                <a:lnTo>
                  <a:pt x="7169790" y="3439834"/>
                </a:lnTo>
                <a:cubicBezTo>
                  <a:pt x="7161077" y="3438751"/>
                  <a:pt x="7155632" y="3433334"/>
                  <a:pt x="7155632" y="3425750"/>
                </a:cubicBezTo>
                <a:cubicBezTo>
                  <a:pt x="7155632" y="3417082"/>
                  <a:pt x="7164345" y="3409498"/>
                  <a:pt x="7176324" y="3409498"/>
                </a:cubicBezTo>
                <a:cubicBezTo>
                  <a:pt x="7194838" y="3409498"/>
                  <a:pt x="7201372" y="3422499"/>
                  <a:pt x="7202461" y="3430083"/>
                </a:cubicBezTo>
                <a:lnTo>
                  <a:pt x="7230776" y="3422499"/>
                </a:lnTo>
                <a:cubicBezTo>
                  <a:pt x="7228598" y="3408414"/>
                  <a:pt x="7215529" y="3383495"/>
                  <a:pt x="7176324" y="3383495"/>
                </a:cubicBezTo>
                <a:close/>
                <a:moveTo>
                  <a:pt x="7038016" y="3383495"/>
                </a:moveTo>
                <a:cubicBezTo>
                  <a:pt x="7022769" y="3383495"/>
                  <a:pt x="7005344" y="3389996"/>
                  <a:pt x="6996632" y="3406247"/>
                </a:cubicBezTo>
                <a:lnTo>
                  <a:pt x="6996632" y="3387829"/>
                </a:lnTo>
                <a:lnTo>
                  <a:pt x="6963961" y="3387829"/>
                </a:lnTo>
                <a:lnTo>
                  <a:pt x="6963961" y="3527594"/>
                </a:lnTo>
                <a:lnTo>
                  <a:pt x="6996632" y="3527594"/>
                </a:lnTo>
                <a:lnTo>
                  <a:pt x="6996632" y="3447418"/>
                </a:lnTo>
                <a:cubicBezTo>
                  <a:pt x="6996632" y="3429000"/>
                  <a:pt x="7006433" y="3413832"/>
                  <a:pt x="7026036" y="3413832"/>
                </a:cubicBezTo>
                <a:cubicBezTo>
                  <a:pt x="7047817" y="3413832"/>
                  <a:pt x="7055440" y="3427916"/>
                  <a:pt x="7055440" y="3445252"/>
                </a:cubicBezTo>
                <a:lnTo>
                  <a:pt x="7055440" y="3527594"/>
                </a:lnTo>
                <a:lnTo>
                  <a:pt x="7089200" y="3527594"/>
                </a:lnTo>
                <a:lnTo>
                  <a:pt x="7089200" y="3438751"/>
                </a:lnTo>
                <a:cubicBezTo>
                  <a:pt x="7089200" y="3408414"/>
                  <a:pt x="7072865" y="3383495"/>
                  <a:pt x="7038016" y="3383495"/>
                </a:cubicBezTo>
                <a:close/>
                <a:moveTo>
                  <a:pt x="6859413" y="3383495"/>
                </a:moveTo>
                <a:cubicBezTo>
                  <a:pt x="6823475" y="3383495"/>
                  <a:pt x="6790804" y="3412748"/>
                  <a:pt x="6790804" y="3457170"/>
                </a:cubicBezTo>
                <a:cubicBezTo>
                  <a:pt x="6790804" y="3504841"/>
                  <a:pt x="6824564" y="3531928"/>
                  <a:pt x="6862680" y="3531928"/>
                </a:cubicBezTo>
                <a:cubicBezTo>
                  <a:pt x="6896440" y="3531928"/>
                  <a:pt x="6918221" y="3512425"/>
                  <a:pt x="6925844" y="3487506"/>
                </a:cubicBezTo>
                <a:lnTo>
                  <a:pt x="6896440" y="3478838"/>
                </a:lnTo>
                <a:cubicBezTo>
                  <a:pt x="6892085" y="3492923"/>
                  <a:pt x="6882283" y="3503758"/>
                  <a:pt x="6861591" y="3503758"/>
                </a:cubicBezTo>
                <a:cubicBezTo>
                  <a:pt x="6840900" y="3503758"/>
                  <a:pt x="6824564" y="3488589"/>
                  <a:pt x="6823475" y="3466921"/>
                </a:cubicBezTo>
                <a:lnTo>
                  <a:pt x="6926934" y="3466921"/>
                </a:lnTo>
                <a:cubicBezTo>
                  <a:pt x="6928023" y="3465837"/>
                  <a:pt x="6928023" y="3461503"/>
                  <a:pt x="6928023" y="3456086"/>
                </a:cubicBezTo>
                <a:cubicBezTo>
                  <a:pt x="6928023" y="3411665"/>
                  <a:pt x="6902975" y="3383495"/>
                  <a:pt x="6859413" y="3383495"/>
                </a:cubicBezTo>
                <a:close/>
                <a:moveTo>
                  <a:pt x="6353012" y="3383495"/>
                </a:moveTo>
                <a:cubicBezTo>
                  <a:pt x="6310539" y="3383495"/>
                  <a:pt x="6280046" y="3413832"/>
                  <a:pt x="6280046" y="3457170"/>
                </a:cubicBezTo>
                <a:cubicBezTo>
                  <a:pt x="6280046" y="3500507"/>
                  <a:pt x="6310539" y="3531928"/>
                  <a:pt x="6353012" y="3531928"/>
                </a:cubicBezTo>
                <a:cubicBezTo>
                  <a:pt x="6395484" y="3531928"/>
                  <a:pt x="6425977" y="3500507"/>
                  <a:pt x="6425977" y="3457170"/>
                </a:cubicBezTo>
                <a:cubicBezTo>
                  <a:pt x="6425977" y="3414915"/>
                  <a:pt x="6395484" y="3383495"/>
                  <a:pt x="6353012" y="3383495"/>
                </a:cubicBezTo>
                <a:close/>
                <a:moveTo>
                  <a:pt x="6705860" y="3345574"/>
                </a:moveTo>
                <a:lnTo>
                  <a:pt x="6705860" y="3366160"/>
                </a:lnTo>
                <a:cubicBezTo>
                  <a:pt x="6705860" y="3378077"/>
                  <a:pt x="6699326" y="3387829"/>
                  <a:pt x="6684079" y="3387829"/>
                </a:cubicBezTo>
                <a:lnTo>
                  <a:pt x="6676456" y="3387829"/>
                </a:lnTo>
                <a:lnTo>
                  <a:pt x="6676456" y="3417082"/>
                </a:lnTo>
                <a:lnTo>
                  <a:pt x="6702593" y="3417082"/>
                </a:lnTo>
                <a:lnTo>
                  <a:pt x="6702593" y="3487506"/>
                </a:lnTo>
                <a:cubicBezTo>
                  <a:pt x="6702593" y="3513509"/>
                  <a:pt x="6718928" y="3528677"/>
                  <a:pt x="6745065" y="3528677"/>
                </a:cubicBezTo>
                <a:cubicBezTo>
                  <a:pt x="6757045" y="3528677"/>
                  <a:pt x="6763579" y="3526510"/>
                  <a:pt x="6765757" y="3525426"/>
                </a:cubicBezTo>
                <a:lnTo>
                  <a:pt x="6765757" y="3498340"/>
                </a:lnTo>
                <a:cubicBezTo>
                  <a:pt x="6763579" y="3498340"/>
                  <a:pt x="6758134" y="3499424"/>
                  <a:pt x="6753778" y="3499424"/>
                </a:cubicBezTo>
                <a:cubicBezTo>
                  <a:pt x="6741798" y="3499424"/>
                  <a:pt x="6736353" y="3494007"/>
                  <a:pt x="6736353" y="3482089"/>
                </a:cubicBezTo>
                <a:lnTo>
                  <a:pt x="6736353" y="3417082"/>
                </a:lnTo>
                <a:lnTo>
                  <a:pt x="6765757" y="3417082"/>
                </a:lnTo>
                <a:lnTo>
                  <a:pt x="6765757" y="3387829"/>
                </a:lnTo>
                <a:lnTo>
                  <a:pt x="6736353" y="3387829"/>
                </a:lnTo>
                <a:lnTo>
                  <a:pt x="6736353" y="3345574"/>
                </a:lnTo>
                <a:close/>
                <a:moveTo>
                  <a:pt x="7267802" y="3320655"/>
                </a:moveTo>
                <a:lnTo>
                  <a:pt x="7267802" y="3528677"/>
                </a:lnTo>
                <a:lnTo>
                  <a:pt x="7301562" y="3528677"/>
                </a:lnTo>
                <a:lnTo>
                  <a:pt x="7301562" y="3489673"/>
                </a:lnTo>
                <a:lnTo>
                  <a:pt x="7318987" y="3471254"/>
                </a:lnTo>
                <a:lnTo>
                  <a:pt x="7360370" y="3528677"/>
                </a:lnTo>
                <a:lnTo>
                  <a:pt x="7401754" y="3528677"/>
                </a:lnTo>
                <a:lnTo>
                  <a:pt x="7342946" y="3447418"/>
                </a:lnTo>
                <a:lnTo>
                  <a:pt x="7400665" y="3388912"/>
                </a:lnTo>
                <a:lnTo>
                  <a:pt x="7356014" y="3388912"/>
                </a:lnTo>
                <a:lnTo>
                  <a:pt x="7301562" y="3445252"/>
                </a:lnTo>
                <a:lnTo>
                  <a:pt x="7301562" y="3320655"/>
                </a:lnTo>
                <a:close/>
                <a:moveTo>
                  <a:pt x="7924492" y="3319571"/>
                </a:moveTo>
                <a:lnTo>
                  <a:pt x="7924492" y="3527593"/>
                </a:lnTo>
                <a:lnTo>
                  <a:pt x="7958252" y="3527593"/>
                </a:lnTo>
                <a:lnTo>
                  <a:pt x="7958252" y="3319571"/>
                </a:lnTo>
                <a:close/>
                <a:moveTo>
                  <a:pt x="6032834" y="3319571"/>
                </a:moveTo>
                <a:lnTo>
                  <a:pt x="6032834" y="3527593"/>
                </a:lnTo>
                <a:lnTo>
                  <a:pt x="6065505" y="3527593"/>
                </a:lnTo>
                <a:lnTo>
                  <a:pt x="6065505" y="3509174"/>
                </a:lnTo>
                <a:cubicBezTo>
                  <a:pt x="6074217" y="3523259"/>
                  <a:pt x="6089464" y="3531927"/>
                  <a:pt x="6109067" y="3531927"/>
                </a:cubicBezTo>
                <a:cubicBezTo>
                  <a:pt x="6150450" y="3531927"/>
                  <a:pt x="6175498" y="3499423"/>
                  <a:pt x="6175498" y="3457169"/>
                </a:cubicBezTo>
                <a:cubicBezTo>
                  <a:pt x="6175498" y="3415998"/>
                  <a:pt x="6152628" y="3384578"/>
                  <a:pt x="6110156" y="3384578"/>
                </a:cubicBezTo>
                <a:cubicBezTo>
                  <a:pt x="6088375" y="3384578"/>
                  <a:pt x="6072040" y="3394329"/>
                  <a:pt x="6065505" y="3405163"/>
                </a:cubicBezTo>
                <a:lnTo>
                  <a:pt x="6065505" y="3319571"/>
                </a:lnTo>
                <a:close/>
                <a:moveTo>
                  <a:pt x="8020327" y="3316321"/>
                </a:moveTo>
                <a:cubicBezTo>
                  <a:pt x="8009437" y="3316321"/>
                  <a:pt x="7998547" y="3326072"/>
                  <a:pt x="7998547" y="3337990"/>
                </a:cubicBezTo>
                <a:cubicBezTo>
                  <a:pt x="7998547" y="3349908"/>
                  <a:pt x="8008348" y="3359659"/>
                  <a:pt x="8020327" y="3359659"/>
                </a:cubicBezTo>
                <a:cubicBezTo>
                  <a:pt x="8032307" y="3359659"/>
                  <a:pt x="8042108" y="3349908"/>
                  <a:pt x="8042108" y="3337990"/>
                </a:cubicBezTo>
                <a:cubicBezTo>
                  <a:pt x="8042108" y="3326072"/>
                  <a:pt x="8032307" y="3316321"/>
                  <a:pt x="8020327" y="3316321"/>
                </a:cubicBezTo>
                <a:close/>
                <a:moveTo>
                  <a:pt x="6629627" y="3316321"/>
                </a:moveTo>
                <a:cubicBezTo>
                  <a:pt x="6617647" y="3316321"/>
                  <a:pt x="6607846" y="3326072"/>
                  <a:pt x="6607846" y="3337990"/>
                </a:cubicBezTo>
                <a:cubicBezTo>
                  <a:pt x="6607846" y="3349908"/>
                  <a:pt x="6617647" y="3359659"/>
                  <a:pt x="6629627" y="3359659"/>
                </a:cubicBezTo>
                <a:cubicBezTo>
                  <a:pt x="6641606" y="3359659"/>
                  <a:pt x="6651407" y="3349908"/>
                  <a:pt x="6651407" y="3337990"/>
                </a:cubicBezTo>
                <a:cubicBezTo>
                  <a:pt x="6651407" y="3326072"/>
                  <a:pt x="6641606" y="3316321"/>
                  <a:pt x="6629627" y="3316321"/>
                </a:cubicBezTo>
                <a:close/>
                <a:moveTo>
                  <a:pt x="6227772" y="3316321"/>
                </a:moveTo>
                <a:cubicBezTo>
                  <a:pt x="6215792" y="3316321"/>
                  <a:pt x="6205991" y="3326072"/>
                  <a:pt x="6205991" y="3337990"/>
                </a:cubicBezTo>
                <a:cubicBezTo>
                  <a:pt x="6205991" y="3349908"/>
                  <a:pt x="6215792" y="3359659"/>
                  <a:pt x="6227772" y="3359659"/>
                </a:cubicBezTo>
                <a:cubicBezTo>
                  <a:pt x="6239751" y="3359659"/>
                  <a:pt x="6249552" y="3349908"/>
                  <a:pt x="6249552" y="3337990"/>
                </a:cubicBezTo>
                <a:cubicBezTo>
                  <a:pt x="6249552" y="3326072"/>
                  <a:pt x="6239751" y="3316321"/>
                  <a:pt x="6227772" y="3316321"/>
                </a:cubicBezTo>
                <a:close/>
                <a:moveTo>
                  <a:pt x="4935086" y="3220978"/>
                </a:moveTo>
                <a:lnTo>
                  <a:pt x="4996072" y="3220978"/>
                </a:lnTo>
                <a:cubicBezTo>
                  <a:pt x="5039634" y="3220978"/>
                  <a:pt x="5039634" y="3248064"/>
                  <a:pt x="5039634" y="3256732"/>
                </a:cubicBezTo>
                <a:cubicBezTo>
                  <a:pt x="5039634" y="3283818"/>
                  <a:pt x="5012409" y="3288152"/>
                  <a:pt x="4994984" y="3288152"/>
                </a:cubicBezTo>
                <a:lnTo>
                  <a:pt x="4935086" y="3288152"/>
                </a:lnTo>
                <a:close/>
                <a:moveTo>
                  <a:pt x="5383769" y="3147303"/>
                </a:moveTo>
                <a:lnTo>
                  <a:pt x="5383769" y="3607769"/>
                </a:lnTo>
                <a:lnTo>
                  <a:pt x="5005874" y="3607769"/>
                </a:lnTo>
                <a:lnTo>
                  <a:pt x="5005874" y="3482089"/>
                </a:lnTo>
                <a:lnTo>
                  <a:pt x="4937264" y="3482089"/>
                </a:lnTo>
                <a:lnTo>
                  <a:pt x="4937264" y="3607769"/>
                </a:lnTo>
                <a:lnTo>
                  <a:pt x="4810936" y="3607769"/>
                </a:lnTo>
                <a:lnTo>
                  <a:pt x="4810936" y="3676026"/>
                </a:lnTo>
                <a:lnTo>
                  <a:pt x="4937264" y="3676026"/>
                </a:lnTo>
                <a:lnTo>
                  <a:pt x="4937264" y="4051983"/>
                </a:lnTo>
                <a:lnTo>
                  <a:pt x="4263150" y="4051983"/>
                </a:lnTo>
                <a:lnTo>
                  <a:pt x="4263150" y="4120240"/>
                </a:lnTo>
                <a:lnTo>
                  <a:pt x="4979737" y="4120240"/>
                </a:lnTo>
                <a:cubicBezTo>
                  <a:pt x="4993894" y="4120240"/>
                  <a:pt x="5005874" y="4108322"/>
                  <a:pt x="5005874" y="4094237"/>
                </a:cubicBezTo>
                <a:lnTo>
                  <a:pt x="5005874" y="3676026"/>
                </a:lnTo>
                <a:lnTo>
                  <a:pt x="5426242" y="3676026"/>
                </a:lnTo>
                <a:cubicBezTo>
                  <a:pt x="5440399" y="3676026"/>
                  <a:pt x="5452379" y="3664108"/>
                  <a:pt x="5452379" y="3650023"/>
                </a:cubicBezTo>
                <a:lnTo>
                  <a:pt x="5452379" y="3147303"/>
                </a:lnTo>
                <a:close/>
                <a:moveTo>
                  <a:pt x="4936176" y="3099632"/>
                </a:moveTo>
                <a:lnTo>
                  <a:pt x="4996072" y="3099632"/>
                </a:lnTo>
                <a:cubicBezTo>
                  <a:pt x="5021120" y="3099632"/>
                  <a:pt x="5034190" y="3110466"/>
                  <a:pt x="5034190" y="3129968"/>
                </a:cubicBezTo>
                <a:cubicBezTo>
                  <a:pt x="5034190" y="3142969"/>
                  <a:pt x="5030921" y="3159221"/>
                  <a:pt x="4997161" y="3159221"/>
                </a:cubicBezTo>
                <a:lnTo>
                  <a:pt x="4936176" y="3159221"/>
                </a:lnTo>
                <a:close/>
                <a:moveTo>
                  <a:pt x="7680548" y="3047626"/>
                </a:moveTo>
                <a:cubicBezTo>
                  <a:pt x="7683815" y="3054126"/>
                  <a:pt x="7685993" y="3062794"/>
                  <a:pt x="7685993" y="3071461"/>
                </a:cubicBezTo>
                <a:cubicBezTo>
                  <a:pt x="7685993" y="3100715"/>
                  <a:pt x="7667479" y="3115883"/>
                  <a:pt x="7646788" y="3114799"/>
                </a:cubicBezTo>
                <a:cubicBezTo>
                  <a:pt x="7640253" y="3114799"/>
                  <a:pt x="7634808" y="3113716"/>
                  <a:pt x="7629363" y="3111549"/>
                </a:cubicBezTo>
                <a:close/>
                <a:moveTo>
                  <a:pt x="7746979" y="3042208"/>
                </a:moveTo>
                <a:lnTo>
                  <a:pt x="7746979" y="3071461"/>
                </a:lnTo>
                <a:lnTo>
                  <a:pt x="7828657" y="3071461"/>
                </a:lnTo>
                <a:lnTo>
                  <a:pt x="7828657" y="3042208"/>
                </a:lnTo>
                <a:close/>
                <a:moveTo>
                  <a:pt x="4865388" y="3037875"/>
                </a:moveTo>
                <a:lnTo>
                  <a:pt x="4865388" y="3354242"/>
                </a:lnTo>
                <a:lnTo>
                  <a:pt x="4992805" y="3354242"/>
                </a:lnTo>
                <a:cubicBezTo>
                  <a:pt x="5022210" y="3354242"/>
                  <a:pt x="5052702" y="3352075"/>
                  <a:pt x="5077750" y="3332573"/>
                </a:cubicBezTo>
                <a:cubicBezTo>
                  <a:pt x="5099531" y="3315238"/>
                  <a:pt x="5111510" y="3290318"/>
                  <a:pt x="5111510" y="3258898"/>
                </a:cubicBezTo>
                <a:cubicBezTo>
                  <a:pt x="5111510" y="3230729"/>
                  <a:pt x="5098442" y="3205809"/>
                  <a:pt x="5076661" y="3190641"/>
                </a:cubicBezTo>
                <a:cubicBezTo>
                  <a:pt x="5097353" y="3174389"/>
                  <a:pt x="5106065" y="3147303"/>
                  <a:pt x="5104976" y="3126718"/>
                </a:cubicBezTo>
                <a:cubicBezTo>
                  <a:pt x="5104976" y="3098548"/>
                  <a:pt x="5090819" y="3070378"/>
                  <a:pt x="5066860" y="3055210"/>
                </a:cubicBezTo>
                <a:cubicBezTo>
                  <a:pt x="5048346" y="3043292"/>
                  <a:pt x="5024387" y="3037875"/>
                  <a:pt x="4992805" y="3037875"/>
                </a:cubicBezTo>
                <a:close/>
                <a:moveTo>
                  <a:pt x="8159724" y="3028123"/>
                </a:moveTo>
                <a:cubicBezTo>
                  <a:pt x="8180416" y="3028123"/>
                  <a:pt x="8195662" y="3043291"/>
                  <a:pt x="8195662" y="3067127"/>
                </a:cubicBezTo>
                <a:cubicBezTo>
                  <a:pt x="8195662" y="3090963"/>
                  <a:pt x="8180416" y="3106131"/>
                  <a:pt x="8159724" y="3107215"/>
                </a:cubicBezTo>
                <a:cubicBezTo>
                  <a:pt x="8136855" y="3107215"/>
                  <a:pt x="8122697" y="3092047"/>
                  <a:pt x="8122697" y="3067127"/>
                </a:cubicBezTo>
                <a:cubicBezTo>
                  <a:pt x="8122697" y="3043291"/>
                  <a:pt x="8137944" y="3028123"/>
                  <a:pt x="8159724" y="3028123"/>
                </a:cubicBezTo>
                <a:close/>
                <a:moveTo>
                  <a:pt x="6602401" y="3028123"/>
                </a:moveTo>
                <a:cubicBezTo>
                  <a:pt x="6623093" y="3028123"/>
                  <a:pt x="6638339" y="3043291"/>
                  <a:pt x="6638339" y="3067127"/>
                </a:cubicBezTo>
                <a:cubicBezTo>
                  <a:pt x="6638339" y="3090963"/>
                  <a:pt x="6623093" y="3106131"/>
                  <a:pt x="6602401" y="3107215"/>
                </a:cubicBezTo>
                <a:cubicBezTo>
                  <a:pt x="6579531" y="3107215"/>
                  <a:pt x="6565374" y="3092047"/>
                  <a:pt x="6565374" y="3067127"/>
                </a:cubicBezTo>
                <a:cubicBezTo>
                  <a:pt x="6565374" y="3043291"/>
                  <a:pt x="6580621" y="3028123"/>
                  <a:pt x="6602401" y="3028123"/>
                </a:cubicBezTo>
                <a:close/>
                <a:moveTo>
                  <a:pt x="7989834" y="3027041"/>
                </a:moveTo>
                <a:cubicBezTo>
                  <a:pt x="8010526" y="3027041"/>
                  <a:pt x="8029040" y="3042209"/>
                  <a:pt x="8029040" y="3071462"/>
                </a:cubicBezTo>
                <a:cubicBezTo>
                  <a:pt x="8029040" y="3100715"/>
                  <a:pt x="8010526" y="3115883"/>
                  <a:pt x="7989834" y="3115883"/>
                </a:cubicBezTo>
                <a:cubicBezTo>
                  <a:pt x="7969143" y="3115883"/>
                  <a:pt x="7950629" y="3100715"/>
                  <a:pt x="7950629" y="3071462"/>
                </a:cubicBezTo>
                <a:cubicBezTo>
                  <a:pt x="7950629" y="3042209"/>
                  <a:pt x="7969143" y="3027041"/>
                  <a:pt x="7989834" y="3027041"/>
                </a:cubicBezTo>
                <a:close/>
                <a:moveTo>
                  <a:pt x="6319252" y="3027041"/>
                </a:moveTo>
                <a:cubicBezTo>
                  <a:pt x="6339943" y="3027041"/>
                  <a:pt x="6358457" y="3042209"/>
                  <a:pt x="6358457" y="3071462"/>
                </a:cubicBezTo>
                <a:cubicBezTo>
                  <a:pt x="6358457" y="3100715"/>
                  <a:pt x="6339943" y="3115883"/>
                  <a:pt x="6319252" y="3115883"/>
                </a:cubicBezTo>
                <a:cubicBezTo>
                  <a:pt x="6298560" y="3115883"/>
                  <a:pt x="6280046" y="3100715"/>
                  <a:pt x="6280046" y="3071462"/>
                </a:cubicBezTo>
                <a:cubicBezTo>
                  <a:pt x="6280046" y="3042209"/>
                  <a:pt x="6298560" y="3027041"/>
                  <a:pt x="6319252" y="3027041"/>
                </a:cubicBezTo>
                <a:close/>
                <a:moveTo>
                  <a:pt x="7646788" y="3027040"/>
                </a:moveTo>
                <a:cubicBezTo>
                  <a:pt x="7652233" y="3027040"/>
                  <a:pt x="7658767" y="3029207"/>
                  <a:pt x="7664212" y="3031374"/>
                </a:cubicBezTo>
                <a:lnTo>
                  <a:pt x="7613027" y="3095297"/>
                </a:lnTo>
                <a:cubicBezTo>
                  <a:pt x="7609760" y="3088797"/>
                  <a:pt x="7607582" y="3081213"/>
                  <a:pt x="7607582" y="3071461"/>
                </a:cubicBezTo>
                <a:cubicBezTo>
                  <a:pt x="7607582" y="3042208"/>
                  <a:pt x="7626096" y="3027040"/>
                  <a:pt x="7646788" y="3027040"/>
                </a:cubicBezTo>
                <a:close/>
                <a:moveTo>
                  <a:pt x="6772290" y="3024874"/>
                </a:moveTo>
                <a:cubicBezTo>
                  <a:pt x="6795160" y="3024874"/>
                  <a:pt x="6806051" y="3040042"/>
                  <a:pt x="6807139" y="3056294"/>
                </a:cubicBezTo>
                <a:lnTo>
                  <a:pt x="6737441" y="3056294"/>
                </a:lnTo>
                <a:cubicBezTo>
                  <a:pt x="6738530" y="3041125"/>
                  <a:pt x="6751599" y="3024874"/>
                  <a:pt x="6772290" y="3024874"/>
                </a:cubicBezTo>
                <a:close/>
                <a:moveTo>
                  <a:pt x="7505213" y="3001038"/>
                </a:moveTo>
                <a:lnTo>
                  <a:pt x="7505213" y="3153804"/>
                </a:lnTo>
                <a:cubicBezTo>
                  <a:pt x="7505213" y="3165722"/>
                  <a:pt x="7500857" y="3172222"/>
                  <a:pt x="7487788" y="3172222"/>
                </a:cubicBezTo>
                <a:cubicBezTo>
                  <a:pt x="7484521" y="3172222"/>
                  <a:pt x="7479076" y="3171139"/>
                  <a:pt x="7477987" y="3171139"/>
                </a:cubicBezTo>
                <a:lnTo>
                  <a:pt x="7477987" y="3198225"/>
                </a:lnTo>
                <a:cubicBezTo>
                  <a:pt x="7479076" y="3198225"/>
                  <a:pt x="7485610" y="3200392"/>
                  <a:pt x="7496501" y="3200392"/>
                </a:cubicBezTo>
                <a:cubicBezTo>
                  <a:pt x="7521549" y="3200392"/>
                  <a:pt x="7537884" y="3180890"/>
                  <a:pt x="7537884" y="3154887"/>
                </a:cubicBezTo>
                <a:lnTo>
                  <a:pt x="7537884" y="3001038"/>
                </a:lnTo>
                <a:close/>
                <a:moveTo>
                  <a:pt x="7344035" y="3001037"/>
                </a:moveTo>
                <a:lnTo>
                  <a:pt x="7344035" y="3140802"/>
                </a:lnTo>
                <a:lnTo>
                  <a:pt x="7377795" y="3140802"/>
                </a:lnTo>
                <a:lnTo>
                  <a:pt x="7377795" y="3001037"/>
                </a:lnTo>
                <a:close/>
                <a:moveTo>
                  <a:pt x="6501121" y="3001037"/>
                </a:moveTo>
                <a:cubicBezTo>
                  <a:pt x="6482607" y="3001037"/>
                  <a:pt x="6467360" y="3009705"/>
                  <a:pt x="6460826" y="3024873"/>
                </a:cubicBezTo>
                <a:lnTo>
                  <a:pt x="6460826" y="3002120"/>
                </a:lnTo>
                <a:lnTo>
                  <a:pt x="6428155" y="3002120"/>
                </a:lnTo>
                <a:lnTo>
                  <a:pt x="6428155" y="3141885"/>
                </a:lnTo>
                <a:lnTo>
                  <a:pt x="6461915" y="3141885"/>
                </a:lnTo>
                <a:lnTo>
                  <a:pt x="6461915" y="3074711"/>
                </a:lnTo>
                <a:cubicBezTo>
                  <a:pt x="6461915" y="3048709"/>
                  <a:pt x="6473895" y="3033540"/>
                  <a:pt x="6500031" y="3033540"/>
                </a:cubicBezTo>
                <a:lnTo>
                  <a:pt x="6509833" y="3034516"/>
                </a:lnTo>
                <a:lnTo>
                  <a:pt x="6509833" y="3034624"/>
                </a:lnTo>
                <a:lnTo>
                  <a:pt x="6510922" y="3034624"/>
                </a:lnTo>
                <a:lnTo>
                  <a:pt x="6509833" y="3034516"/>
                </a:lnTo>
                <a:lnTo>
                  <a:pt x="6509833" y="3002120"/>
                </a:lnTo>
                <a:cubicBezTo>
                  <a:pt x="6508744" y="3001037"/>
                  <a:pt x="6505477" y="3001037"/>
                  <a:pt x="6501121" y="3001037"/>
                </a:cubicBezTo>
                <a:close/>
                <a:moveTo>
                  <a:pt x="8153190" y="2998870"/>
                </a:moveTo>
                <a:cubicBezTo>
                  <a:pt x="8113985" y="2998870"/>
                  <a:pt x="8087848" y="3030290"/>
                  <a:pt x="8087848" y="3067127"/>
                </a:cubicBezTo>
                <a:cubicBezTo>
                  <a:pt x="8087848" y="3107215"/>
                  <a:pt x="8116163" y="3135385"/>
                  <a:pt x="8153190" y="3135385"/>
                </a:cubicBezTo>
                <a:cubicBezTo>
                  <a:pt x="8173882" y="3135385"/>
                  <a:pt x="8188039" y="3125633"/>
                  <a:pt x="8194574" y="3114799"/>
                </a:cubicBezTo>
                <a:lnTo>
                  <a:pt x="8194574" y="3128884"/>
                </a:lnTo>
                <a:cubicBezTo>
                  <a:pt x="8194574" y="3158137"/>
                  <a:pt x="8180416" y="3171138"/>
                  <a:pt x="8154279" y="3171138"/>
                </a:cubicBezTo>
                <a:cubicBezTo>
                  <a:pt x="8135765" y="3171138"/>
                  <a:pt x="8121608" y="3158137"/>
                  <a:pt x="8119430" y="3140802"/>
                </a:cubicBezTo>
                <a:lnTo>
                  <a:pt x="8087848" y="3149469"/>
                </a:lnTo>
                <a:cubicBezTo>
                  <a:pt x="8092204" y="3177639"/>
                  <a:pt x="8118341" y="3200391"/>
                  <a:pt x="8155368" y="3200391"/>
                </a:cubicBezTo>
                <a:cubicBezTo>
                  <a:pt x="8207642" y="3200391"/>
                  <a:pt x="8227245" y="3165721"/>
                  <a:pt x="8227245" y="3127800"/>
                </a:cubicBezTo>
                <a:lnTo>
                  <a:pt x="8227245" y="3001037"/>
                </a:lnTo>
                <a:lnTo>
                  <a:pt x="8194574" y="3001037"/>
                </a:lnTo>
                <a:lnTo>
                  <a:pt x="8194574" y="3019456"/>
                </a:lnTo>
                <a:cubicBezTo>
                  <a:pt x="8189129" y="3007538"/>
                  <a:pt x="8174971" y="2998870"/>
                  <a:pt x="8153190" y="2998870"/>
                </a:cubicBezTo>
                <a:close/>
                <a:moveTo>
                  <a:pt x="6595867" y="2998870"/>
                </a:moveTo>
                <a:cubicBezTo>
                  <a:pt x="6556662" y="2998870"/>
                  <a:pt x="6530525" y="3030290"/>
                  <a:pt x="6530525" y="3067127"/>
                </a:cubicBezTo>
                <a:cubicBezTo>
                  <a:pt x="6530525" y="3107215"/>
                  <a:pt x="6558840" y="3135385"/>
                  <a:pt x="6595867" y="3135385"/>
                </a:cubicBezTo>
                <a:cubicBezTo>
                  <a:pt x="6616559" y="3135385"/>
                  <a:pt x="6630716" y="3125633"/>
                  <a:pt x="6637251" y="3114799"/>
                </a:cubicBezTo>
                <a:lnTo>
                  <a:pt x="6637251" y="3128884"/>
                </a:lnTo>
                <a:cubicBezTo>
                  <a:pt x="6637251" y="3158137"/>
                  <a:pt x="6623093" y="3171138"/>
                  <a:pt x="6596956" y="3171138"/>
                </a:cubicBezTo>
                <a:cubicBezTo>
                  <a:pt x="6578442" y="3171138"/>
                  <a:pt x="6564285" y="3158137"/>
                  <a:pt x="6562107" y="3140802"/>
                </a:cubicBezTo>
                <a:lnTo>
                  <a:pt x="6530525" y="3149469"/>
                </a:lnTo>
                <a:cubicBezTo>
                  <a:pt x="6534881" y="3177639"/>
                  <a:pt x="6561018" y="3200391"/>
                  <a:pt x="6598045" y="3200391"/>
                </a:cubicBezTo>
                <a:cubicBezTo>
                  <a:pt x="6650319" y="3200391"/>
                  <a:pt x="6669922" y="3165721"/>
                  <a:pt x="6669922" y="3127800"/>
                </a:cubicBezTo>
                <a:lnTo>
                  <a:pt x="6669922" y="3001037"/>
                </a:lnTo>
                <a:lnTo>
                  <a:pt x="6637251" y="3001037"/>
                </a:lnTo>
                <a:lnTo>
                  <a:pt x="6637251" y="3019456"/>
                </a:lnTo>
                <a:cubicBezTo>
                  <a:pt x="6631805" y="3007538"/>
                  <a:pt x="6617648" y="2998870"/>
                  <a:pt x="6595867" y="2998870"/>
                </a:cubicBezTo>
                <a:close/>
                <a:moveTo>
                  <a:pt x="7161077" y="2997787"/>
                </a:moveTo>
                <a:cubicBezTo>
                  <a:pt x="7145831" y="2997787"/>
                  <a:pt x="7127317" y="3005371"/>
                  <a:pt x="7119694" y="3019456"/>
                </a:cubicBezTo>
                <a:lnTo>
                  <a:pt x="7119694" y="3001037"/>
                </a:lnTo>
                <a:lnTo>
                  <a:pt x="7088112" y="3001037"/>
                </a:lnTo>
                <a:lnTo>
                  <a:pt x="7088112" y="3140802"/>
                </a:lnTo>
                <a:lnTo>
                  <a:pt x="7088112" y="3141886"/>
                </a:lnTo>
                <a:lnTo>
                  <a:pt x="7120783" y="3141886"/>
                </a:lnTo>
                <a:lnTo>
                  <a:pt x="7120783" y="3058460"/>
                </a:lnTo>
                <a:cubicBezTo>
                  <a:pt x="7120783" y="3040041"/>
                  <a:pt x="7132763" y="3027040"/>
                  <a:pt x="7150187" y="3027040"/>
                </a:cubicBezTo>
                <a:cubicBezTo>
                  <a:pt x="7169790" y="3027040"/>
                  <a:pt x="7177413" y="3040041"/>
                  <a:pt x="7177413" y="3056293"/>
                </a:cubicBezTo>
                <a:lnTo>
                  <a:pt x="7177413" y="3141886"/>
                </a:lnTo>
                <a:lnTo>
                  <a:pt x="7210084" y="3141886"/>
                </a:lnTo>
                <a:lnTo>
                  <a:pt x="7210084" y="3058460"/>
                </a:lnTo>
                <a:cubicBezTo>
                  <a:pt x="7210084" y="3041125"/>
                  <a:pt x="7222064" y="3027040"/>
                  <a:pt x="7239488" y="3027040"/>
                </a:cubicBezTo>
                <a:cubicBezTo>
                  <a:pt x="7258002" y="3027040"/>
                  <a:pt x="7266714" y="3040041"/>
                  <a:pt x="7266714" y="3056293"/>
                </a:cubicBezTo>
                <a:lnTo>
                  <a:pt x="7266714" y="3141886"/>
                </a:lnTo>
                <a:lnTo>
                  <a:pt x="7299385" y="3141886"/>
                </a:lnTo>
                <a:lnTo>
                  <a:pt x="7299385" y="3050876"/>
                </a:lnTo>
                <a:cubicBezTo>
                  <a:pt x="7299385" y="3014039"/>
                  <a:pt x="7274337" y="2997787"/>
                  <a:pt x="7249289" y="2997787"/>
                </a:cubicBezTo>
                <a:cubicBezTo>
                  <a:pt x="7230776" y="2997787"/>
                  <a:pt x="7214440" y="3004288"/>
                  <a:pt x="7203550" y="3022706"/>
                </a:cubicBezTo>
                <a:cubicBezTo>
                  <a:pt x="7195926" y="3006455"/>
                  <a:pt x="7179591" y="2997787"/>
                  <a:pt x="7161077" y="2997787"/>
                </a:cubicBezTo>
                <a:close/>
                <a:moveTo>
                  <a:pt x="7989834" y="2996704"/>
                </a:moveTo>
                <a:cubicBezTo>
                  <a:pt x="7947362" y="2996704"/>
                  <a:pt x="7916869" y="3028124"/>
                  <a:pt x="7916869" y="3071462"/>
                </a:cubicBezTo>
                <a:cubicBezTo>
                  <a:pt x="7916869" y="3114800"/>
                  <a:pt x="7948451" y="3146220"/>
                  <a:pt x="7989834" y="3146220"/>
                </a:cubicBezTo>
                <a:cubicBezTo>
                  <a:pt x="8032307" y="3146220"/>
                  <a:pt x="8062800" y="3114800"/>
                  <a:pt x="8062800" y="3071462"/>
                </a:cubicBezTo>
                <a:cubicBezTo>
                  <a:pt x="8062800" y="3028124"/>
                  <a:pt x="8031218" y="2996704"/>
                  <a:pt x="7989834" y="2996704"/>
                </a:cubicBezTo>
                <a:close/>
                <a:moveTo>
                  <a:pt x="6920400" y="2996704"/>
                </a:moveTo>
                <a:cubicBezTo>
                  <a:pt x="6890996" y="2996704"/>
                  <a:pt x="6868126" y="3017289"/>
                  <a:pt x="6868126" y="3042209"/>
                </a:cubicBezTo>
                <a:cubicBezTo>
                  <a:pt x="6868126" y="3061711"/>
                  <a:pt x="6881194" y="3077963"/>
                  <a:pt x="6906242" y="3083380"/>
                </a:cubicBezTo>
                <a:lnTo>
                  <a:pt x="6926934" y="3087714"/>
                </a:lnTo>
                <a:cubicBezTo>
                  <a:pt x="6937824" y="3089881"/>
                  <a:pt x="6943269" y="3095298"/>
                  <a:pt x="6943269" y="3102882"/>
                </a:cubicBezTo>
                <a:cubicBezTo>
                  <a:pt x="6943269" y="3111549"/>
                  <a:pt x="6936735" y="3119134"/>
                  <a:pt x="6922578" y="3119134"/>
                </a:cubicBezTo>
                <a:cubicBezTo>
                  <a:pt x="6905153" y="3119134"/>
                  <a:pt x="6895352" y="3108299"/>
                  <a:pt x="6894263" y="3095298"/>
                </a:cubicBezTo>
                <a:lnTo>
                  <a:pt x="6864859" y="3102882"/>
                </a:lnTo>
                <a:cubicBezTo>
                  <a:pt x="6865948" y="3119134"/>
                  <a:pt x="6882284" y="3145136"/>
                  <a:pt x="6922578" y="3145136"/>
                </a:cubicBezTo>
                <a:cubicBezTo>
                  <a:pt x="6958516" y="3145136"/>
                  <a:pt x="6975941" y="3122384"/>
                  <a:pt x="6975941" y="3100715"/>
                </a:cubicBezTo>
                <a:cubicBezTo>
                  <a:pt x="6975941" y="3080129"/>
                  <a:pt x="6961783" y="3063878"/>
                  <a:pt x="6935646" y="3058461"/>
                </a:cubicBezTo>
                <a:lnTo>
                  <a:pt x="6913865" y="3054127"/>
                </a:lnTo>
                <a:cubicBezTo>
                  <a:pt x="6905153" y="3051960"/>
                  <a:pt x="6899708" y="3046543"/>
                  <a:pt x="6899708" y="3038958"/>
                </a:cubicBezTo>
                <a:cubicBezTo>
                  <a:pt x="6899708" y="3030291"/>
                  <a:pt x="6908420" y="3022707"/>
                  <a:pt x="6920400" y="3022707"/>
                </a:cubicBezTo>
                <a:cubicBezTo>
                  <a:pt x="6938914" y="3022707"/>
                  <a:pt x="6945448" y="3035708"/>
                  <a:pt x="6946537" y="3043292"/>
                </a:cubicBezTo>
                <a:lnTo>
                  <a:pt x="6974852" y="3035708"/>
                </a:lnTo>
                <a:cubicBezTo>
                  <a:pt x="6972673" y="3021623"/>
                  <a:pt x="6959605" y="2996704"/>
                  <a:pt x="6920400" y="2996704"/>
                </a:cubicBezTo>
                <a:close/>
                <a:moveTo>
                  <a:pt x="6773379" y="2996704"/>
                </a:moveTo>
                <a:cubicBezTo>
                  <a:pt x="6737441" y="2996704"/>
                  <a:pt x="6704770" y="3025957"/>
                  <a:pt x="6704770" y="3070378"/>
                </a:cubicBezTo>
                <a:cubicBezTo>
                  <a:pt x="6704770" y="3118050"/>
                  <a:pt x="6738530" y="3145136"/>
                  <a:pt x="6776646" y="3145136"/>
                </a:cubicBezTo>
                <a:cubicBezTo>
                  <a:pt x="6810407" y="3145136"/>
                  <a:pt x="6832187" y="3125634"/>
                  <a:pt x="6839811" y="3100715"/>
                </a:cubicBezTo>
                <a:lnTo>
                  <a:pt x="6810407" y="3092047"/>
                </a:lnTo>
                <a:cubicBezTo>
                  <a:pt x="6806051" y="3106132"/>
                  <a:pt x="6796249" y="3116967"/>
                  <a:pt x="6775558" y="3116967"/>
                </a:cubicBezTo>
                <a:cubicBezTo>
                  <a:pt x="6754866" y="3116967"/>
                  <a:pt x="6738530" y="3101798"/>
                  <a:pt x="6737441" y="3080129"/>
                </a:cubicBezTo>
                <a:lnTo>
                  <a:pt x="6840900" y="3080129"/>
                </a:lnTo>
                <a:cubicBezTo>
                  <a:pt x="6841989" y="3079046"/>
                  <a:pt x="6841989" y="3074712"/>
                  <a:pt x="6841989" y="3069295"/>
                </a:cubicBezTo>
                <a:cubicBezTo>
                  <a:pt x="6841989" y="3024874"/>
                  <a:pt x="6816941" y="2996704"/>
                  <a:pt x="6773379" y="2996704"/>
                </a:cubicBezTo>
                <a:close/>
                <a:moveTo>
                  <a:pt x="6319252" y="2996704"/>
                </a:moveTo>
                <a:cubicBezTo>
                  <a:pt x="6276779" y="2996704"/>
                  <a:pt x="6246286" y="3028124"/>
                  <a:pt x="6246286" y="3071462"/>
                </a:cubicBezTo>
                <a:cubicBezTo>
                  <a:pt x="6246286" y="3114800"/>
                  <a:pt x="6276779" y="3146220"/>
                  <a:pt x="6319252" y="3146220"/>
                </a:cubicBezTo>
                <a:cubicBezTo>
                  <a:pt x="6361724" y="3146220"/>
                  <a:pt x="6392217" y="3114800"/>
                  <a:pt x="6392217" y="3071462"/>
                </a:cubicBezTo>
                <a:cubicBezTo>
                  <a:pt x="6392217" y="3028124"/>
                  <a:pt x="6361724" y="2996704"/>
                  <a:pt x="6319252" y="2996704"/>
                </a:cubicBezTo>
                <a:close/>
                <a:moveTo>
                  <a:pt x="7699061" y="2988036"/>
                </a:moveTo>
                <a:lnTo>
                  <a:pt x="7683815" y="3006455"/>
                </a:lnTo>
                <a:cubicBezTo>
                  <a:pt x="7672924" y="2999954"/>
                  <a:pt x="7660945" y="2996704"/>
                  <a:pt x="7646788" y="2997787"/>
                </a:cubicBezTo>
                <a:cubicBezTo>
                  <a:pt x="7604315" y="2997787"/>
                  <a:pt x="7573822" y="3029207"/>
                  <a:pt x="7573822" y="3072545"/>
                </a:cubicBezTo>
                <a:cubicBezTo>
                  <a:pt x="7573822" y="3093130"/>
                  <a:pt x="7580356" y="3110466"/>
                  <a:pt x="7592336" y="3123467"/>
                </a:cubicBezTo>
                <a:lnTo>
                  <a:pt x="7578178" y="3141886"/>
                </a:lnTo>
                <a:lnTo>
                  <a:pt x="7596692" y="3155970"/>
                </a:lnTo>
                <a:lnTo>
                  <a:pt x="7610849" y="3137552"/>
                </a:lnTo>
                <a:cubicBezTo>
                  <a:pt x="7620651" y="3142969"/>
                  <a:pt x="7632630" y="3146219"/>
                  <a:pt x="7646788" y="3146219"/>
                </a:cubicBezTo>
                <a:cubicBezTo>
                  <a:pt x="7689260" y="3146219"/>
                  <a:pt x="7719753" y="3114799"/>
                  <a:pt x="7719753" y="3071461"/>
                </a:cubicBezTo>
                <a:cubicBezTo>
                  <a:pt x="7719753" y="3051959"/>
                  <a:pt x="7712130" y="3034624"/>
                  <a:pt x="7701240" y="3021623"/>
                </a:cubicBezTo>
                <a:lnTo>
                  <a:pt x="7716486" y="3003204"/>
                </a:lnTo>
                <a:close/>
                <a:moveTo>
                  <a:pt x="6036102" y="2937114"/>
                </a:moveTo>
                <a:lnTo>
                  <a:pt x="6036102" y="3140802"/>
                </a:lnTo>
                <a:lnTo>
                  <a:pt x="6070951" y="3140802"/>
                </a:lnTo>
                <a:lnTo>
                  <a:pt x="6070951" y="2985869"/>
                </a:lnTo>
                <a:lnTo>
                  <a:pt x="6172232" y="3140802"/>
                </a:lnTo>
                <a:lnTo>
                  <a:pt x="6208170" y="3140802"/>
                </a:lnTo>
                <a:lnTo>
                  <a:pt x="6208170" y="2937114"/>
                </a:lnTo>
                <a:lnTo>
                  <a:pt x="6173321" y="2937114"/>
                </a:lnTo>
                <a:lnTo>
                  <a:pt x="6173321" y="3081213"/>
                </a:lnTo>
                <a:lnTo>
                  <a:pt x="6080753" y="2937114"/>
                </a:lnTo>
                <a:close/>
                <a:moveTo>
                  <a:pt x="7424624" y="2932780"/>
                </a:moveTo>
                <a:lnTo>
                  <a:pt x="7424624" y="3140802"/>
                </a:lnTo>
                <a:lnTo>
                  <a:pt x="7457295" y="3140802"/>
                </a:lnTo>
                <a:lnTo>
                  <a:pt x="7457295" y="2932780"/>
                </a:lnTo>
                <a:close/>
                <a:moveTo>
                  <a:pt x="7360371" y="2930613"/>
                </a:moveTo>
                <a:cubicBezTo>
                  <a:pt x="7348391" y="2930613"/>
                  <a:pt x="7338590" y="2940364"/>
                  <a:pt x="7338590" y="2952282"/>
                </a:cubicBezTo>
                <a:cubicBezTo>
                  <a:pt x="7338590" y="2964200"/>
                  <a:pt x="7348391" y="2973951"/>
                  <a:pt x="7360371" y="2973951"/>
                </a:cubicBezTo>
                <a:cubicBezTo>
                  <a:pt x="7372350" y="2973951"/>
                  <a:pt x="7382152" y="2964200"/>
                  <a:pt x="7382152" y="2952282"/>
                </a:cubicBezTo>
                <a:cubicBezTo>
                  <a:pt x="7382152" y="2940364"/>
                  <a:pt x="7372350" y="2930613"/>
                  <a:pt x="7360371" y="2930613"/>
                </a:cubicBezTo>
                <a:close/>
                <a:moveTo>
                  <a:pt x="7520460" y="2929530"/>
                </a:moveTo>
                <a:cubicBezTo>
                  <a:pt x="7509569" y="2929530"/>
                  <a:pt x="7499768" y="2939281"/>
                  <a:pt x="7498679" y="2951199"/>
                </a:cubicBezTo>
                <a:cubicBezTo>
                  <a:pt x="7498679" y="2963117"/>
                  <a:pt x="7508480" y="2972868"/>
                  <a:pt x="7520460" y="2972868"/>
                </a:cubicBezTo>
                <a:cubicBezTo>
                  <a:pt x="7532439" y="2972868"/>
                  <a:pt x="7542240" y="2963117"/>
                  <a:pt x="7542240" y="2951199"/>
                </a:cubicBezTo>
                <a:cubicBezTo>
                  <a:pt x="7542240" y="2939281"/>
                  <a:pt x="7532439" y="2929530"/>
                  <a:pt x="7520460" y="2929530"/>
                </a:cubicBezTo>
                <a:close/>
                <a:moveTo>
                  <a:pt x="4512540" y="2715007"/>
                </a:moveTo>
                <a:cubicBezTo>
                  <a:pt x="4498382" y="2715007"/>
                  <a:pt x="4486403" y="2726925"/>
                  <a:pt x="4486403" y="2741010"/>
                </a:cubicBezTo>
                <a:lnTo>
                  <a:pt x="4486403" y="3159221"/>
                </a:lnTo>
                <a:lnTo>
                  <a:pt x="4066034" y="3159221"/>
                </a:lnTo>
                <a:cubicBezTo>
                  <a:pt x="4051877" y="3159221"/>
                  <a:pt x="4039897" y="3171139"/>
                  <a:pt x="4039897" y="3185224"/>
                </a:cubicBezTo>
                <a:lnTo>
                  <a:pt x="4039897" y="3677110"/>
                </a:lnTo>
                <a:lnTo>
                  <a:pt x="4108507" y="3677110"/>
                </a:lnTo>
                <a:lnTo>
                  <a:pt x="4108507" y="3227478"/>
                </a:lnTo>
                <a:lnTo>
                  <a:pt x="4486403" y="3227478"/>
                </a:lnTo>
                <a:lnTo>
                  <a:pt x="4486403" y="3353158"/>
                </a:lnTo>
                <a:lnTo>
                  <a:pt x="4555012" y="3353158"/>
                </a:lnTo>
                <a:lnTo>
                  <a:pt x="4555012" y="3226395"/>
                </a:lnTo>
                <a:lnTo>
                  <a:pt x="4682430" y="3226395"/>
                </a:lnTo>
                <a:lnTo>
                  <a:pt x="4682430" y="3158138"/>
                </a:lnTo>
                <a:lnTo>
                  <a:pt x="4555012" y="3158138"/>
                </a:lnTo>
                <a:lnTo>
                  <a:pt x="4555012" y="2783265"/>
                </a:lnTo>
                <a:lnTo>
                  <a:pt x="5211702" y="2783265"/>
                </a:lnTo>
                <a:lnTo>
                  <a:pt x="5211702" y="2715007"/>
                </a:lnTo>
                <a:close/>
                <a:moveTo>
                  <a:pt x="5365257" y="2711757"/>
                </a:moveTo>
                <a:lnTo>
                  <a:pt x="5365257" y="2904611"/>
                </a:lnTo>
                <a:cubicBezTo>
                  <a:pt x="5365257" y="2983703"/>
                  <a:pt x="5413173" y="3033541"/>
                  <a:pt x="5491584" y="3033541"/>
                </a:cubicBezTo>
                <a:cubicBezTo>
                  <a:pt x="5571084" y="3033541"/>
                  <a:pt x="5617914" y="2985869"/>
                  <a:pt x="5617914" y="2904611"/>
                </a:cubicBezTo>
                <a:lnTo>
                  <a:pt x="5617914" y="2711757"/>
                </a:lnTo>
                <a:lnTo>
                  <a:pt x="5547126" y="2711757"/>
                </a:lnTo>
                <a:lnTo>
                  <a:pt x="5547126" y="2903527"/>
                </a:lnTo>
                <a:cubicBezTo>
                  <a:pt x="5547126" y="2932780"/>
                  <a:pt x="5537325" y="2967451"/>
                  <a:pt x="5491584" y="2967451"/>
                </a:cubicBezTo>
                <a:cubicBezTo>
                  <a:pt x="5445845" y="2967451"/>
                  <a:pt x="5436043" y="2932780"/>
                  <a:pt x="5436043" y="2903527"/>
                </a:cubicBezTo>
                <a:lnTo>
                  <a:pt x="5436043" y="271175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55545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(engelsk) - lys gradi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ssholder for bilde 42">
            <a:extLst>
              <a:ext uri="{FF2B5EF4-FFF2-40B4-BE49-F238E27FC236}">
                <a16:creationId xmlns:a16="http://schemas.microsoft.com/office/drawing/2014/main" id="{5554F0E2-38E7-7214-E646-D79F8E8636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4133693 w 12192000"/>
              <a:gd name="connsiteY0" fmla="*/ 3804273 h 6858000"/>
              <a:gd name="connsiteX1" fmla="*/ 4133693 w 12192000"/>
              <a:gd name="connsiteY1" fmla="*/ 4119360 h 6858000"/>
              <a:gd name="connsiteX2" fmla="*/ 4203347 w 12192000"/>
              <a:gd name="connsiteY2" fmla="*/ 4119360 h 6858000"/>
              <a:gd name="connsiteX3" fmla="*/ 4203347 w 12192000"/>
              <a:gd name="connsiteY3" fmla="*/ 3933123 h 6858000"/>
              <a:gd name="connsiteX4" fmla="*/ 4320890 w 12192000"/>
              <a:gd name="connsiteY4" fmla="*/ 4119360 h 6858000"/>
              <a:gd name="connsiteX5" fmla="*/ 4389457 w 12192000"/>
              <a:gd name="connsiteY5" fmla="*/ 4119360 h 6858000"/>
              <a:gd name="connsiteX6" fmla="*/ 4389457 w 12192000"/>
              <a:gd name="connsiteY6" fmla="*/ 3804273 h 6858000"/>
              <a:gd name="connsiteX7" fmla="*/ 4320890 w 12192000"/>
              <a:gd name="connsiteY7" fmla="*/ 3804273 h 6858000"/>
              <a:gd name="connsiteX8" fmla="*/ 4320890 w 12192000"/>
              <a:gd name="connsiteY8" fmla="*/ 3987261 h 6858000"/>
              <a:gd name="connsiteX9" fmla="*/ 4204435 w 12192000"/>
              <a:gd name="connsiteY9" fmla="*/ 3804273 h 6858000"/>
              <a:gd name="connsiteX10" fmla="*/ 7854786 w 12192000"/>
              <a:gd name="connsiteY10" fmla="*/ 3796695 h 6858000"/>
              <a:gd name="connsiteX11" fmla="*/ 7889613 w 12192000"/>
              <a:gd name="connsiteY11" fmla="*/ 3828096 h 6858000"/>
              <a:gd name="connsiteX12" fmla="*/ 7819958 w 12192000"/>
              <a:gd name="connsiteY12" fmla="*/ 3828096 h 6858000"/>
              <a:gd name="connsiteX13" fmla="*/ 7854786 w 12192000"/>
              <a:gd name="connsiteY13" fmla="*/ 3796695 h 6858000"/>
              <a:gd name="connsiteX14" fmla="*/ 7365024 w 12192000"/>
              <a:gd name="connsiteY14" fmla="*/ 3796695 h 6858000"/>
              <a:gd name="connsiteX15" fmla="*/ 7399851 w 12192000"/>
              <a:gd name="connsiteY15" fmla="*/ 3828096 h 6858000"/>
              <a:gd name="connsiteX16" fmla="*/ 7330196 w 12192000"/>
              <a:gd name="connsiteY16" fmla="*/ 3828096 h 6858000"/>
              <a:gd name="connsiteX17" fmla="*/ 7365024 w 12192000"/>
              <a:gd name="connsiteY17" fmla="*/ 3796695 h 6858000"/>
              <a:gd name="connsiteX18" fmla="*/ 6713100 w 12192000"/>
              <a:gd name="connsiteY18" fmla="*/ 3796695 h 6858000"/>
              <a:gd name="connsiteX19" fmla="*/ 6747927 w 12192000"/>
              <a:gd name="connsiteY19" fmla="*/ 3828096 h 6858000"/>
              <a:gd name="connsiteX20" fmla="*/ 6678272 w 12192000"/>
              <a:gd name="connsiteY20" fmla="*/ 3828096 h 6858000"/>
              <a:gd name="connsiteX21" fmla="*/ 6713100 w 12192000"/>
              <a:gd name="connsiteY21" fmla="*/ 3796695 h 6858000"/>
              <a:gd name="connsiteX22" fmla="*/ 7227892 w 12192000"/>
              <a:gd name="connsiteY22" fmla="*/ 3772872 h 6858000"/>
              <a:gd name="connsiteX23" fmla="*/ 7227892 w 12192000"/>
              <a:gd name="connsiteY23" fmla="*/ 3912552 h 6858000"/>
              <a:gd name="connsiteX24" fmla="*/ 7261632 w 12192000"/>
              <a:gd name="connsiteY24" fmla="*/ 3912552 h 6858000"/>
              <a:gd name="connsiteX25" fmla="*/ 7261632 w 12192000"/>
              <a:gd name="connsiteY25" fmla="*/ 3772872 h 6858000"/>
              <a:gd name="connsiteX26" fmla="*/ 6475838 w 12192000"/>
              <a:gd name="connsiteY26" fmla="*/ 3772872 h 6858000"/>
              <a:gd name="connsiteX27" fmla="*/ 6475838 w 12192000"/>
              <a:gd name="connsiteY27" fmla="*/ 3912552 h 6858000"/>
              <a:gd name="connsiteX28" fmla="*/ 6509578 w 12192000"/>
              <a:gd name="connsiteY28" fmla="*/ 3912552 h 6858000"/>
              <a:gd name="connsiteX29" fmla="*/ 6509578 w 12192000"/>
              <a:gd name="connsiteY29" fmla="*/ 3772872 h 6858000"/>
              <a:gd name="connsiteX30" fmla="*/ 8002802 w 12192000"/>
              <a:gd name="connsiteY30" fmla="*/ 3768542 h 6858000"/>
              <a:gd name="connsiteX31" fmla="*/ 7950560 w 12192000"/>
              <a:gd name="connsiteY31" fmla="*/ 3814019 h 6858000"/>
              <a:gd name="connsiteX32" fmla="*/ 7988654 w 12192000"/>
              <a:gd name="connsiteY32" fmla="*/ 3855163 h 6858000"/>
              <a:gd name="connsiteX33" fmla="*/ 8009331 w 12192000"/>
              <a:gd name="connsiteY33" fmla="*/ 3859494 h 6858000"/>
              <a:gd name="connsiteX34" fmla="*/ 8025656 w 12192000"/>
              <a:gd name="connsiteY34" fmla="*/ 3874653 h 6858000"/>
              <a:gd name="connsiteX35" fmla="*/ 8004979 w 12192000"/>
              <a:gd name="connsiteY35" fmla="*/ 3890895 h 6858000"/>
              <a:gd name="connsiteX36" fmla="*/ 7976681 w 12192000"/>
              <a:gd name="connsiteY36" fmla="*/ 3867075 h 6858000"/>
              <a:gd name="connsiteX37" fmla="*/ 7947295 w 12192000"/>
              <a:gd name="connsiteY37" fmla="*/ 3873570 h 6858000"/>
              <a:gd name="connsiteX38" fmla="*/ 8004979 w 12192000"/>
              <a:gd name="connsiteY38" fmla="*/ 3915800 h 6858000"/>
              <a:gd name="connsiteX39" fmla="*/ 8058309 w 12192000"/>
              <a:gd name="connsiteY39" fmla="*/ 3871405 h 6858000"/>
              <a:gd name="connsiteX40" fmla="*/ 8018040 w 12192000"/>
              <a:gd name="connsiteY40" fmla="*/ 3829178 h 6858000"/>
              <a:gd name="connsiteX41" fmla="*/ 7996270 w 12192000"/>
              <a:gd name="connsiteY41" fmla="*/ 3824845 h 6858000"/>
              <a:gd name="connsiteX42" fmla="*/ 7982123 w 12192000"/>
              <a:gd name="connsiteY42" fmla="*/ 3810769 h 6858000"/>
              <a:gd name="connsiteX43" fmla="*/ 8002802 w 12192000"/>
              <a:gd name="connsiteY43" fmla="*/ 3794530 h 6858000"/>
              <a:gd name="connsiteX44" fmla="*/ 8028923 w 12192000"/>
              <a:gd name="connsiteY44" fmla="*/ 3815102 h 6858000"/>
              <a:gd name="connsiteX45" fmla="*/ 8057219 w 12192000"/>
              <a:gd name="connsiteY45" fmla="*/ 3807521 h 6858000"/>
              <a:gd name="connsiteX46" fmla="*/ 8002802 w 12192000"/>
              <a:gd name="connsiteY46" fmla="*/ 3768542 h 6858000"/>
              <a:gd name="connsiteX47" fmla="*/ 7855875 w 12192000"/>
              <a:gd name="connsiteY47" fmla="*/ 3768542 h 6858000"/>
              <a:gd name="connsiteX48" fmla="*/ 7787308 w 12192000"/>
              <a:gd name="connsiteY48" fmla="*/ 3842170 h 6858000"/>
              <a:gd name="connsiteX49" fmla="*/ 7859140 w 12192000"/>
              <a:gd name="connsiteY49" fmla="*/ 3916883 h 6858000"/>
              <a:gd name="connsiteX50" fmla="*/ 7922263 w 12192000"/>
              <a:gd name="connsiteY50" fmla="*/ 3872488 h 6858000"/>
              <a:gd name="connsiteX51" fmla="*/ 7892877 w 12192000"/>
              <a:gd name="connsiteY51" fmla="*/ 3863827 h 6858000"/>
              <a:gd name="connsiteX52" fmla="*/ 7858050 w 12192000"/>
              <a:gd name="connsiteY52" fmla="*/ 3888730 h 6858000"/>
              <a:gd name="connsiteX53" fmla="*/ 7819958 w 12192000"/>
              <a:gd name="connsiteY53" fmla="*/ 3851916 h 6858000"/>
              <a:gd name="connsiteX54" fmla="*/ 7923353 w 12192000"/>
              <a:gd name="connsiteY54" fmla="*/ 3851916 h 6858000"/>
              <a:gd name="connsiteX55" fmla="*/ 7924440 w 12192000"/>
              <a:gd name="connsiteY55" fmla="*/ 3841087 h 6858000"/>
              <a:gd name="connsiteX56" fmla="*/ 7855875 w 12192000"/>
              <a:gd name="connsiteY56" fmla="*/ 3768542 h 6858000"/>
              <a:gd name="connsiteX57" fmla="*/ 7700239 w 12192000"/>
              <a:gd name="connsiteY57" fmla="*/ 3768542 h 6858000"/>
              <a:gd name="connsiteX58" fmla="*/ 7628407 w 12192000"/>
              <a:gd name="connsiteY58" fmla="*/ 3843252 h 6858000"/>
              <a:gd name="connsiteX59" fmla="*/ 7701326 w 12192000"/>
              <a:gd name="connsiteY59" fmla="*/ 3917965 h 6858000"/>
              <a:gd name="connsiteX60" fmla="*/ 7765539 w 12192000"/>
              <a:gd name="connsiteY60" fmla="*/ 3872488 h 6858000"/>
              <a:gd name="connsiteX61" fmla="*/ 7736154 w 12192000"/>
              <a:gd name="connsiteY61" fmla="*/ 3861659 h 6858000"/>
              <a:gd name="connsiteX62" fmla="*/ 7701326 w 12192000"/>
              <a:gd name="connsiteY62" fmla="*/ 3887647 h 6858000"/>
              <a:gd name="connsiteX63" fmla="*/ 7662147 w 12192000"/>
              <a:gd name="connsiteY63" fmla="*/ 3843252 h 6858000"/>
              <a:gd name="connsiteX64" fmla="*/ 7700239 w 12192000"/>
              <a:gd name="connsiteY64" fmla="*/ 3798860 h 6858000"/>
              <a:gd name="connsiteX65" fmla="*/ 7733979 w 12192000"/>
              <a:gd name="connsiteY65" fmla="*/ 3824845 h 6858000"/>
              <a:gd name="connsiteX66" fmla="*/ 7764452 w 12192000"/>
              <a:gd name="connsiteY66" fmla="*/ 3814019 h 6858000"/>
              <a:gd name="connsiteX67" fmla="*/ 7700239 w 12192000"/>
              <a:gd name="connsiteY67" fmla="*/ 3768542 h 6858000"/>
              <a:gd name="connsiteX68" fmla="*/ 7543517 w 12192000"/>
              <a:gd name="connsiteY68" fmla="*/ 3768542 h 6858000"/>
              <a:gd name="connsiteX69" fmla="*/ 7502158 w 12192000"/>
              <a:gd name="connsiteY69" fmla="*/ 3791279 h 6858000"/>
              <a:gd name="connsiteX70" fmla="*/ 7502158 w 12192000"/>
              <a:gd name="connsiteY70" fmla="*/ 3772873 h 6858000"/>
              <a:gd name="connsiteX71" fmla="*/ 7469508 w 12192000"/>
              <a:gd name="connsiteY71" fmla="*/ 3772873 h 6858000"/>
              <a:gd name="connsiteX72" fmla="*/ 7469508 w 12192000"/>
              <a:gd name="connsiteY72" fmla="*/ 3912552 h 6858000"/>
              <a:gd name="connsiteX73" fmla="*/ 7502158 w 12192000"/>
              <a:gd name="connsiteY73" fmla="*/ 3912552 h 6858000"/>
              <a:gd name="connsiteX74" fmla="*/ 7502158 w 12192000"/>
              <a:gd name="connsiteY74" fmla="*/ 3832426 h 6858000"/>
              <a:gd name="connsiteX75" fmla="*/ 7531544 w 12192000"/>
              <a:gd name="connsiteY75" fmla="*/ 3798860 h 6858000"/>
              <a:gd name="connsiteX76" fmla="*/ 7560930 w 12192000"/>
              <a:gd name="connsiteY76" fmla="*/ 3830261 h 6858000"/>
              <a:gd name="connsiteX77" fmla="*/ 7560930 w 12192000"/>
              <a:gd name="connsiteY77" fmla="*/ 3912552 h 6858000"/>
              <a:gd name="connsiteX78" fmla="*/ 7594670 w 12192000"/>
              <a:gd name="connsiteY78" fmla="*/ 3912552 h 6858000"/>
              <a:gd name="connsiteX79" fmla="*/ 7594670 w 12192000"/>
              <a:gd name="connsiteY79" fmla="*/ 3823763 h 6858000"/>
              <a:gd name="connsiteX80" fmla="*/ 7543517 w 12192000"/>
              <a:gd name="connsiteY80" fmla="*/ 3768542 h 6858000"/>
              <a:gd name="connsiteX81" fmla="*/ 7366113 w 12192000"/>
              <a:gd name="connsiteY81" fmla="*/ 3768542 h 6858000"/>
              <a:gd name="connsiteX82" fmla="*/ 7297546 w 12192000"/>
              <a:gd name="connsiteY82" fmla="*/ 3842170 h 6858000"/>
              <a:gd name="connsiteX83" fmla="*/ 7369378 w 12192000"/>
              <a:gd name="connsiteY83" fmla="*/ 3916883 h 6858000"/>
              <a:gd name="connsiteX84" fmla="*/ 7432501 w 12192000"/>
              <a:gd name="connsiteY84" fmla="*/ 3872488 h 6858000"/>
              <a:gd name="connsiteX85" fmla="*/ 7403115 w 12192000"/>
              <a:gd name="connsiteY85" fmla="*/ 3863827 h 6858000"/>
              <a:gd name="connsiteX86" fmla="*/ 7368288 w 12192000"/>
              <a:gd name="connsiteY86" fmla="*/ 3888730 h 6858000"/>
              <a:gd name="connsiteX87" fmla="*/ 7330196 w 12192000"/>
              <a:gd name="connsiteY87" fmla="*/ 3851916 h 6858000"/>
              <a:gd name="connsiteX88" fmla="*/ 7433591 w 12192000"/>
              <a:gd name="connsiteY88" fmla="*/ 3851916 h 6858000"/>
              <a:gd name="connsiteX89" fmla="*/ 7434678 w 12192000"/>
              <a:gd name="connsiteY89" fmla="*/ 3841087 h 6858000"/>
              <a:gd name="connsiteX90" fmla="*/ 7366113 w 12192000"/>
              <a:gd name="connsiteY90" fmla="*/ 3768542 h 6858000"/>
              <a:gd name="connsiteX91" fmla="*/ 7128851 w 12192000"/>
              <a:gd name="connsiteY91" fmla="*/ 3768542 h 6858000"/>
              <a:gd name="connsiteX92" fmla="*/ 7057019 w 12192000"/>
              <a:gd name="connsiteY92" fmla="*/ 3843252 h 6858000"/>
              <a:gd name="connsiteX93" fmla="*/ 7129938 w 12192000"/>
              <a:gd name="connsiteY93" fmla="*/ 3917965 h 6858000"/>
              <a:gd name="connsiteX94" fmla="*/ 7194151 w 12192000"/>
              <a:gd name="connsiteY94" fmla="*/ 3872488 h 6858000"/>
              <a:gd name="connsiteX95" fmla="*/ 7164766 w 12192000"/>
              <a:gd name="connsiteY95" fmla="*/ 3861659 h 6858000"/>
              <a:gd name="connsiteX96" fmla="*/ 7129938 w 12192000"/>
              <a:gd name="connsiteY96" fmla="*/ 3887647 h 6858000"/>
              <a:gd name="connsiteX97" fmla="*/ 7090759 w 12192000"/>
              <a:gd name="connsiteY97" fmla="*/ 3843252 h 6858000"/>
              <a:gd name="connsiteX98" fmla="*/ 7128851 w 12192000"/>
              <a:gd name="connsiteY98" fmla="*/ 3798860 h 6858000"/>
              <a:gd name="connsiteX99" fmla="*/ 7162591 w 12192000"/>
              <a:gd name="connsiteY99" fmla="*/ 3824845 h 6858000"/>
              <a:gd name="connsiteX100" fmla="*/ 7193064 w 12192000"/>
              <a:gd name="connsiteY100" fmla="*/ 3814019 h 6858000"/>
              <a:gd name="connsiteX101" fmla="*/ 7128851 w 12192000"/>
              <a:gd name="connsiteY101" fmla="*/ 3768542 h 6858000"/>
              <a:gd name="connsiteX102" fmla="*/ 6714189 w 12192000"/>
              <a:gd name="connsiteY102" fmla="*/ 3768542 h 6858000"/>
              <a:gd name="connsiteX103" fmla="*/ 6645622 w 12192000"/>
              <a:gd name="connsiteY103" fmla="*/ 3842170 h 6858000"/>
              <a:gd name="connsiteX104" fmla="*/ 6717454 w 12192000"/>
              <a:gd name="connsiteY104" fmla="*/ 3916883 h 6858000"/>
              <a:gd name="connsiteX105" fmla="*/ 6780579 w 12192000"/>
              <a:gd name="connsiteY105" fmla="*/ 3872488 h 6858000"/>
              <a:gd name="connsiteX106" fmla="*/ 6751194 w 12192000"/>
              <a:gd name="connsiteY106" fmla="*/ 3863827 h 6858000"/>
              <a:gd name="connsiteX107" fmla="*/ 6716367 w 12192000"/>
              <a:gd name="connsiteY107" fmla="*/ 3888730 h 6858000"/>
              <a:gd name="connsiteX108" fmla="*/ 6678272 w 12192000"/>
              <a:gd name="connsiteY108" fmla="*/ 3851916 h 6858000"/>
              <a:gd name="connsiteX109" fmla="*/ 6781667 w 12192000"/>
              <a:gd name="connsiteY109" fmla="*/ 3851916 h 6858000"/>
              <a:gd name="connsiteX110" fmla="*/ 6782754 w 12192000"/>
              <a:gd name="connsiteY110" fmla="*/ 3841087 h 6858000"/>
              <a:gd name="connsiteX111" fmla="*/ 6714189 w 12192000"/>
              <a:gd name="connsiteY111" fmla="*/ 3768542 h 6858000"/>
              <a:gd name="connsiteX112" fmla="*/ 6314761 w 12192000"/>
              <a:gd name="connsiteY112" fmla="*/ 3708988 h 6858000"/>
              <a:gd name="connsiteX113" fmla="*/ 6314761 w 12192000"/>
              <a:gd name="connsiteY113" fmla="*/ 3912549 h 6858000"/>
              <a:gd name="connsiteX114" fmla="*/ 6443187 w 12192000"/>
              <a:gd name="connsiteY114" fmla="*/ 3912549 h 6858000"/>
              <a:gd name="connsiteX115" fmla="*/ 6443187 w 12192000"/>
              <a:gd name="connsiteY115" fmla="*/ 3880066 h 6858000"/>
              <a:gd name="connsiteX116" fmla="*/ 6349589 w 12192000"/>
              <a:gd name="connsiteY116" fmla="*/ 3880066 h 6858000"/>
              <a:gd name="connsiteX117" fmla="*/ 6349589 w 12192000"/>
              <a:gd name="connsiteY117" fmla="*/ 3708988 h 6858000"/>
              <a:gd name="connsiteX118" fmla="*/ 6957981 w 12192000"/>
              <a:gd name="connsiteY118" fmla="*/ 3704658 h 6858000"/>
              <a:gd name="connsiteX119" fmla="*/ 6888326 w 12192000"/>
              <a:gd name="connsiteY119" fmla="*/ 3767460 h 6858000"/>
              <a:gd name="connsiteX120" fmla="*/ 6940566 w 12192000"/>
              <a:gd name="connsiteY120" fmla="*/ 3824846 h 6858000"/>
              <a:gd name="connsiteX121" fmla="*/ 6969952 w 12192000"/>
              <a:gd name="connsiteY121" fmla="*/ 3831344 h 6858000"/>
              <a:gd name="connsiteX122" fmla="*/ 6997162 w 12192000"/>
              <a:gd name="connsiteY122" fmla="*/ 3858412 h 6858000"/>
              <a:gd name="connsiteX123" fmla="*/ 6960158 w 12192000"/>
              <a:gd name="connsiteY123" fmla="*/ 3886564 h 6858000"/>
              <a:gd name="connsiteX124" fmla="*/ 6913357 w 12192000"/>
              <a:gd name="connsiteY124" fmla="*/ 3845418 h 6858000"/>
              <a:gd name="connsiteX125" fmla="*/ 6880707 w 12192000"/>
              <a:gd name="connsiteY125" fmla="*/ 3854081 h 6858000"/>
              <a:gd name="connsiteX126" fmla="*/ 6960158 w 12192000"/>
              <a:gd name="connsiteY126" fmla="*/ 3916883 h 6858000"/>
              <a:gd name="connsiteX127" fmla="*/ 7033077 w 12192000"/>
              <a:gd name="connsiteY127" fmla="*/ 3855164 h 6858000"/>
              <a:gd name="connsiteX128" fmla="*/ 6977570 w 12192000"/>
              <a:gd name="connsiteY128" fmla="*/ 3796695 h 6858000"/>
              <a:gd name="connsiteX129" fmla="*/ 6948185 w 12192000"/>
              <a:gd name="connsiteY129" fmla="*/ 3790197 h 6858000"/>
              <a:gd name="connsiteX130" fmla="*/ 6924241 w 12192000"/>
              <a:gd name="connsiteY130" fmla="*/ 3764212 h 6858000"/>
              <a:gd name="connsiteX131" fmla="*/ 6959068 w 12192000"/>
              <a:gd name="connsiteY131" fmla="*/ 3734976 h 6858000"/>
              <a:gd name="connsiteX132" fmla="*/ 6999337 w 12192000"/>
              <a:gd name="connsiteY132" fmla="*/ 3766377 h 6858000"/>
              <a:gd name="connsiteX133" fmla="*/ 7029813 w 12192000"/>
              <a:gd name="connsiteY133" fmla="*/ 3756631 h 6858000"/>
              <a:gd name="connsiteX134" fmla="*/ 6957981 w 12192000"/>
              <a:gd name="connsiteY134" fmla="*/ 3704658 h 6858000"/>
              <a:gd name="connsiteX135" fmla="*/ 6612973 w 12192000"/>
              <a:gd name="connsiteY135" fmla="*/ 3703575 h 6858000"/>
              <a:gd name="connsiteX136" fmla="*/ 6563995 w 12192000"/>
              <a:gd name="connsiteY136" fmla="*/ 3753383 h 6858000"/>
              <a:gd name="connsiteX137" fmla="*/ 6563995 w 12192000"/>
              <a:gd name="connsiteY137" fmla="*/ 3772872 h 6858000"/>
              <a:gd name="connsiteX138" fmla="*/ 6538963 w 12192000"/>
              <a:gd name="connsiteY138" fmla="*/ 3772872 h 6858000"/>
              <a:gd name="connsiteX139" fmla="*/ 6538963 w 12192000"/>
              <a:gd name="connsiteY139" fmla="*/ 3802108 h 6858000"/>
              <a:gd name="connsiteX140" fmla="*/ 6563995 w 12192000"/>
              <a:gd name="connsiteY140" fmla="*/ 3802108 h 6858000"/>
              <a:gd name="connsiteX141" fmla="*/ 6563995 w 12192000"/>
              <a:gd name="connsiteY141" fmla="*/ 3912549 h 6858000"/>
              <a:gd name="connsiteX142" fmla="*/ 6597735 w 12192000"/>
              <a:gd name="connsiteY142" fmla="*/ 3912549 h 6858000"/>
              <a:gd name="connsiteX143" fmla="*/ 6597735 w 12192000"/>
              <a:gd name="connsiteY143" fmla="*/ 3802108 h 6858000"/>
              <a:gd name="connsiteX144" fmla="*/ 6630385 w 12192000"/>
              <a:gd name="connsiteY144" fmla="*/ 3802108 h 6858000"/>
              <a:gd name="connsiteX145" fmla="*/ 6630385 w 12192000"/>
              <a:gd name="connsiteY145" fmla="*/ 3772872 h 6858000"/>
              <a:gd name="connsiteX146" fmla="*/ 6597735 w 12192000"/>
              <a:gd name="connsiteY146" fmla="*/ 3772872 h 6858000"/>
              <a:gd name="connsiteX147" fmla="*/ 6597735 w 12192000"/>
              <a:gd name="connsiteY147" fmla="*/ 3754465 h 6858000"/>
              <a:gd name="connsiteX148" fmla="*/ 6618414 w 12192000"/>
              <a:gd name="connsiteY148" fmla="*/ 3733893 h 6858000"/>
              <a:gd name="connsiteX149" fmla="*/ 6630385 w 12192000"/>
              <a:gd name="connsiteY149" fmla="*/ 3734976 h 6858000"/>
              <a:gd name="connsiteX150" fmla="*/ 6630385 w 12192000"/>
              <a:gd name="connsiteY150" fmla="*/ 3706823 h 6858000"/>
              <a:gd name="connsiteX151" fmla="*/ 6612973 w 12192000"/>
              <a:gd name="connsiteY151" fmla="*/ 3703575 h 6858000"/>
              <a:gd name="connsiteX152" fmla="*/ 7244217 w 12192000"/>
              <a:gd name="connsiteY152" fmla="*/ 3701410 h 6858000"/>
              <a:gd name="connsiteX153" fmla="*/ 7222450 w 12192000"/>
              <a:gd name="connsiteY153" fmla="*/ 3723065 h 6858000"/>
              <a:gd name="connsiteX154" fmla="*/ 7244217 w 12192000"/>
              <a:gd name="connsiteY154" fmla="*/ 3744722 h 6858000"/>
              <a:gd name="connsiteX155" fmla="*/ 7265984 w 12192000"/>
              <a:gd name="connsiteY155" fmla="*/ 3723065 h 6858000"/>
              <a:gd name="connsiteX156" fmla="*/ 7244217 w 12192000"/>
              <a:gd name="connsiteY156" fmla="*/ 3701410 h 6858000"/>
              <a:gd name="connsiteX157" fmla="*/ 6492163 w 12192000"/>
              <a:gd name="connsiteY157" fmla="*/ 3701410 h 6858000"/>
              <a:gd name="connsiteX158" fmla="*/ 6470396 w 12192000"/>
              <a:gd name="connsiteY158" fmla="*/ 3723065 h 6858000"/>
              <a:gd name="connsiteX159" fmla="*/ 6492163 w 12192000"/>
              <a:gd name="connsiteY159" fmla="*/ 3744722 h 6858000"/>
              <a:gd name="connsiteX160" fmla="*/ 6513930 w 12192000"/>
              <a:gd name="connsiteY160" fmla="*/ 3723065 h 6858000"/>
              <a:gd name="connsiteX161" fmla="*/ 6492163 w 12192000"/>
              <a:gd name="connsiteY161" fmla="*/ 3701410 h 6858000"/>
              <a:gd name="connsiteX162" fmla="*/ 4644132 w 12192000"/>
              <a:gd name="connsiteY162" fmla="*/ 3481608 h 6858000"/>
              <a:gd name="connsiteX163" fmla="*/ 4644132 w 12192000"/>
              <a:gd name="connsiteY163" fmla="*/ 3796694 h 6858000"/>
              <a:gd name="connsiteX164" fmla="*/ 4713787 w 12192000"/>
              <a:gd name="connsiteY164" fmla="*/ 3796694 h 6858000"/>
              <a:gd name="connsiteX165" fmla="*/ 4713787 w 12192000"/>
              <a:gd name="connsiteY165" fmla="*/ 3618036 h 6858000"/>
              <a:gd name="connsiteX166" fmla="*/ 4778000 w 12192000"/>
              <a:gd name="connsiteY166" fmla="*/ 3792362 h 6858000"/>
              <a:gd name="connsiteX167" fmla="*/ 4829154 w 12192000"/>
              <a:gd name="connsiteY167" fmla="*/ 3792362 h 6858000"/>
              <a:gd name="connsiteX168" fmla="*/ 4893366 w 12192000"/>
              <a:gd name="connsiteY168" fmla="*/ 3620202 h 6858000"/>
              <a:gd name="connsiteX169" fmla="*/ 4893366 w 12192000"/>
              <a:gd name="connsiteY169" fmla="*/ 3796694 h 6858000"/>
              <a:gd name="connsiteX170" fmla="*/ 4961933 w 12192000"/>
              <a:gd name="connsiteY170" fmla="*/ 3796694 h 6858000"/>
              <a:gd name="connsiteX171" fmla="*/ 4961933 w 12192000"/>
              <a:gd name="connsiteY171" fmla="*/ 3481608 h 6858000"/>
              <a:gd name="connsiteX172" fmla="*/ 4878128 w 12192000"/>
              <a:gd name="connsiteY172" fmla="*/ 3481608 h 6858000"/>
              <a:gd name="connsiteX173" fmla="*/ 4804121 w 12192000"/>
              <a:gd name="connsiteY173" fmla="*/ 3679755 h 6858000"/>
              <a:gd name="connsiteX174" fmla="*/ 4731200 w 12192000"/>
              <a:gd name="connsiteY174" fmla="*/ 3481608 h 6858000"/>
              <a:gd name="connsiteX175" fmla="*/ 7813428 w 12192000"/>
              <a:gd name="connsiteY175" fmla="*/ 3412310 h 6858000"/>
              <a:gd name="connsiteX176" fmla="*/ 7852610 w 12192000"/>
              <a:gd name="connsiteY176" fmla="*/ 3456702 h 6858000"/>
              <a:gd name="connsiteX177" fmla="*/ 7813428 w 12192000"/>
              <a:gd name="connsiteY177" fmla="*/ 3501097 h 6858000"/>
              <a:gd name="connsiteX178" fmla="*/ 7774248 w 12192000"/>
              <a:gd name="connsiteY178" fmla="*/ 3456702 h 6858000"/>
              <a:gd name="connsiteX179" fmla="*/ 7813428 w 12192000"/>
              <a:gd name="connsiteY179" fmla="*/ 3412310 h 6858000"/>
              <a:gd name="connsiteX180" fmla="*/ 6968862 w 12192000"/>
              <a:gd name="connsiteY180" fmla="*/ 3410145 h 6858000"/>
              <a:gd name="connsiteX181" fmla="*/ 7003689 w 12192000"/>
              <a:gd name="connsiteY181" fmla="*/ 3441544 h 6858000"/>
              <a:gd name="connsiteX182" fmla="*/ 6934034 w 12192000"/>
              <a:gd name="connsiteY182" fmla="*/ 3441544 h 6858000"/>
              <a:gd name="connsiteX183" fmla="*/ 6968862 w 12192000"/>
              <a:gd name="connsiteY183" fmla="*/ 3410145 h 6858000"/>
              <a:gd name="connsiteX184" fmla="*/ 6741398 w 12192000"/>
              <a:gd name="connsiteY184" fmla="*/ 3387406 h 6858000"/>
              <a:gd name="connsiteX185" fmla="*/ 6799082 w 12192000"/>
              <a:gd name="connsiteY185" fmla="*/ 3527083 h 6858000"/>
              <a:gd name="connsiteX186" fmla="*/ 6832820 w 12192000"/>
              <a:gd name="connsiteY186" fmla="*/ 3527083 h 6858000"/>
              <a:gd name="connsiteX187" fmla="*/ 6886149 w 12192000"/>
              <a:gd name="connsiteY187" fmla="*/ 3387406 h 6858000"/>
              <a:gd name="connsiteX188" fmla="*/ 6851322 w 12192000"/>
              <a:gd name="connsiteY188" fmla="*/ 3387406 h 6858000"/>
              <a:gd name="connsiteX189" fmla="*/ 6815407 w 12192000"/>
              <a:gd name="connsiteY189" fmla="*/ 3487021 h 6858000"/>
              <a:gd name="connsiteX190" fmla="*/ 6778403 w 12192000"/>
              <a:gd name="connsiteY190" fmla="*/ 3387406 h 6858000"/>
              <a:gd name="connsiteX191" fmla="*/ 7323667 w 12192000"/>
              <a:gd name="connsiteY191" fmla="*/ 3387405 h 6858000"/>
              <a:gd name="connsiteX192" fmla="*/ 7323667 w 12192000"/>
              <a:gd name="connsiteY192" fmla="*/ 3527085 h 6858000"/>
              <a:gd name="connsiteX193" fmla="*/ 7357407 w 12192000"/>
              <a:gd name="connsiteY193" fmla="*/ 3527085 h 6858000"/>
              <a:gd name="connsiteX194" fmla="*/ 7357407 w 12192000"/>
              <a:gd name="connsiteY194" fmla="*/ 3387405 h 6858000"/>
              <a:gd name="connsiteX195" fmla="*/ 6680450 w 12192000"/>
              <a:gd name="connsiteY195" fmla="*/ 3387405 h 6858000"/>
              <a:gd name="connsiteX196" fmla="*/ 6680450 w 12192000"/>
              <a:gd name="connsiteY196" fmla="*/ 3527085 h 6858000"/>
              <a:gd name="connsiteX197" fmla="*/ 6714190 w 12192000"/>
              <a:gd name="connsiteY197" fmla="*/ 3527085 h 6858000"/>
              <a:gd name="connsiteX198" fmla="*/ 6714190 w 12192000"/>
              <a:gd name="connsiteY198" fmla="*/ 3387405 h 6858000"/>
              <a:gd name="connsiteX199" fmla="*/ 7495629 w 12192000"/>
              <a:gd name="connsiteY199" fmla="*/ 3386323 h 6858000"/>
              <a:gd name="connsiteX200" fmla="*/ 7555488 w 12192000"/>
              <a:gd name="connsiteY200" fmla="*/ 3509758 h 6858000"/>
              <a:gd name="connsiteX201" fmla="*/ 7521750 w 12192000"/>
              <a:gd name="connsiteY201" fmla="*/ 3583389 h 6858000"/>
              <a:gd name="connsiteX202" fmla="*/ 7558755 w 12192000"/>
              <a:gd name="connsiteY202" fmla="*/ 3583389 h 6858000"/>
              <a:gd name="connsiteX203" fmla="*/ 7648000 w 12192000"/>
              <a:gd name="connsiteY203" fmla="*/ 3386323 h 6858000"/>
              <a:gd name="connsiteX204" fmla="*/ 7612085 w 12192000"/>
              <a:gd name="connsiteY204" fmla="*/ 3386323 h 6858000"/>
              <a:gd name="connsiteX205" fmla="*/ 7573990 w 12192000"/>
              <a:gd name="connsiteY205" fmla="*/ 3475110 h 6858000"/>
              <a:gd name="connsiteX206" fmla="*/ 7533721 w 12192000"/>
              <a:gd name="connsiteY206" fmla="*/ 3386323 h 6858000"/>
              <a:gd name="connsiteX207" fmla="*/ 7146266 w 12192000"/>
              <a:gd name="connsiteY207" fmla="*/ 3386323 h 6858000"/>
              <a:gd name="connsiteX208" fmla="*/ 7105996 w 12192000"/>
              <a:gd name="connsiteY208" fmla="*/ 3410143 h 6858000"/>
              <a:gd name="connsiteX209" fmla="*/ 7105996 w 12192000"/>
              <a:gd name="connsiteY209" fmla="*/ 3387406 h 6858000"/>
              <a:gd name="connsiteX210" fmla="*/ 7073346 w 12192000"/>
              <a:gd name="connsiteY210" fmla="*/ 3387406 h 6858000"/>
              <a:gd name="connsiteX211" fmla="*/ 7073346 w 12192000"/>
              <a:gd name="connsiteY211" fmla="*/ 3527082 h 6858000"/>
              <a:gd name="connsiteX212" fmla="*/ 7107086 w 12192000"/>
              <a:gd name="connsiteY212" fmla="*/ 3527082 h 6858000"/>
              <a:gd name="connsiteX213" fmla="*/ 7107086 w 12192000"/>
              <a:gd name="connsiteY213" fmla="*/ 3459950 h 6858000"/>
              <a:gd name="connsiteX214" fmla="*/ 7145178 w 12192000"/>
              <a:gd name="connsiteY214" fmla="*/ 3418806 h 6858000"/>
              <a:gd name="connsiteX215" fmla="*/ 7154974 w 12192000"/>
              <a:gd name="connsiteY215" fmla="*/ 3419781 h 6858000"/>
              <a:gd name="connsiteX216" fmla="*/ 7154974 w 12192000"/>
              <a:gd name="connsiteY216" fmla="*/ 3419889 h 6858000"/>
              <a:gd name="connsiteX217" fmla="*/ 7156062 w 12192000"/>
              <a:gd name="connsiteY217" fmla="*/ 3419889 h 6858000"/>
              <a:gd name="connsiteX218" fmla="*/ 7154974 w 12192000"/>
              <a:gd name="connsiteY218" fmla="*/ 3419781 h 6858000"/>
              <a:gd name="connsiteX219" fmla="*/ 7154974 w 12192000"/>
              <a:gd name="connsiteY219" fmla="*/ 3387406 h 6858000"/>
              <a:gd name="connsiteX220" fmla="*/ 7146266 w 12192000"/>
              <a:gd name="connsiteY220" fmla="*/ 3386323 h 6858000"/>
              <a:gd name="connsiteX221" fmla="*/ 6969951 w 12192000"/>
              <a:gd name="connsiteY221" fmla="*/ 3383075 h 6858000"/>
              <a:gd name="connsiteX222" fmla="*/ 6901384 w 12192000"/>
              <a:gd name="connsiteY222" fmla="*/ 3456703 h 6858000"/>
              <a:gd name="connsiteX223" fmla="*/ 6973216 w 12192000"/>
              <a:gd name="connsiteY223" fmla="*/ 3531416 h 6858000"/>
              <a:gd name="connsiteX224" fmla="*/ 7036341 w 12192000"/>
              <a:gd name="connsiteY224" fmla="*/ 3487021 h 6858000"/>
              <a:gd name="connsiteX225" fmla="*/ 7006956 w 12192000"/>
              <a:gd name="connsiteY225" fmla="*/ 3478360 h 6858000"/>
              <a:gd name="connsiteX226" fmla="*/ 6972129 w 12192000"/>
              <a:gd name="connsiteY226" fmla="*/ 3503263 h 6858000"/>
              <a:gd name="connsiteX227" fmla="*/ 6934034 w 12192000"/>
              <a:gd name="connsiteY227" fmla="*/ 3466449 h 6858000"/>
              <a:gd name="connsiteX228" fmla="*/ 7037429 w 12192000"/>
              <a:gd name="connsiteY228" fmla="*/ 3466449 h 6858000"/>
              <a:gd name="connsiteX229" fmla="*/ 7038516 w 12192000"/>
              <a:gd name="connsiteY229" fmla="*/ 3455620 h 6858000"/>
              <a:gd name="connsiteX230" fmla="*/ 6969951 w 12192000"/>
              <a:gd name="connsiteY230" fmla="*/ 3383075 h 6858000"/>
              <a:gd name="connsiteX231" fmla="*/ 6584674 w 12192000"/>
              <a:gd name="connsiteY231" fmla="*/ 3383075 h 6858000"/>
              <a:gd name="connsiteX232" fmla="*/ 6543315 w 12192000"/>
              <a:gd name="connsiteY232" fmla="*/ 3405812 h 6858000"/>
              <a:gd name="connsiteX233" fmla="*/ 6543315 w 12192000"/>
              <a:gd name="connsiteY233" fmla="*/ 3387406 h 6858000"/>
              <a:gd name="connsiteX234" fmla="*/ 6510665 w 12192000"/>
              <a:gd name="connsiteY234" fmla="*/ 3387406 h 6858000"/>
              <a:gd name="connsiteX235" fmla="*/ 6510665 w 12192000"/>
              <a:gd name="connsiteY235" fmla="*/ 3527085 h 6858000"/>
              <a:gd name="connsiteX236" fmla="*/ 6544405 w 12192000"/>
              <a:gd name="connsiteY236" fmla="*/ 3527085 h 6858000"/>
              <a:gd name="connsiteX237" fmla="*/ 6544405 w 12192000"/>
              <a:gd name="connsiteY237" fmla="*/ 3446959 h 6858000"/>
              <a:gd name="connsiteX238" fmla="*/ 6573791 w 12192000"/>
              <a:gd name="connsiteY238" fmla="*/ 3413393 h 6858000"/>
              <a:gd name="connsiteX239" fmla="*/ 6602087 w 12192000"/>
              <a:gd name="connsiteY239" fmla="*/ 3444794 h 6858000"/>
              <a:gd name="connsiteX240" fmla="*/ 6602087 w 12192000"/>
              <a:gd name="connsiteY240" fmla="*/ 3527085 h 6858000"/>
              <a:gd name="connsiteX241" fmla="*/ 6635827 w 12192000"/>
              <a:gd name="connsiteY241" fmla="*/ 3527085 h 6858000"/>
              <a:gd name="connsiteX242" fmla="*/ 6635827 w 12192000"/>
              <a:gd name="connsiteY242" fmla="*/ 3438296 h 6858000"/>
              <a:gd name="connsiteX243" fmla="*/ 6584674 w 12192000"/>
              <a:gd name="connsiteY243" fmla="*/ 3383075 h 6858000"/>
              <a:gd name="connsiteX244" fmla="*/ 7813428 w 12192000"/>
              <a:gd name="connsiteY244" fmla="*/ 3381992 h 6858000"/>
              <a:gd name="connsiteX245" fmla="*/ 7740508 w 12192000"/>
              <a:gd name="connsiteY245" fmla="*/ 3456702 h 6858000"/>
              <a:gd name="connsiteX246" fmla="*/ 7813428 w 12192000"/>
              <a:gd name="connsiteY246" fmla="*/ 3531415 h 6858000"/>
              <a:gd name="connsiteX247" fmla="*/ 7886350 w 12192000"/>
              <a:gd name="connsiteY247" fmla="*/ 3456702 h 6858000"/>
              <a:gd name="connsiteX248" fmla="*/ 7813428 w 12192000"/>
              <a:gd name="connsiteY248" fmla="*/ 3381992 h 6858000"/>
              <a:gd name="connsiteX249" fmla="*/ 7231158 w 12192000"/>
              <a:gd name="connsiteY249" fmla="*/ 3381992 h 6858000"/>
              <a:gd name="connsiteX250" fmla="*/ 7178916 w 12192000"/>
              <a:gd name="connsiteY250" fmla="*/ 3427469 h 6858000"/>
              <a:gd name="connsiteX251" fmla="*/ 7217010 w 12192000"/>
              <a:gd name="connsiteY251" fmla="*/ 3468614 h 6858000"/>
              <a:gd name="connsiteX252" fmla="*/ 7237687 w 12192000"/>
              <a:gd name="connsiteY252" fmla="*/ 3472944 h 6858000"/>
              <a:gd name="connsiteX253" fmla="*/ 7254012 w 12192000"/>
              <a:gd name="connsiteY253" fmla="*/ 3488103 h 6858000"/>
              <a:gd name="connsiteX254" fmla="*/ 7233335 w 12192000"/>
              <a:gd name="connsiteY254" fmla="*/ 3504345 h 6858000"/>
              <a:gd name="connsiteX255" fmla="*/ 7205037 w 12192000"/>
              <a:gd name="connsiteY255" fmla="*/ 3480525 h 6858000"/>
              <a:gd name="connsiteX256" fmla="*/ 7175651 w 12192000"/>
              <a:gd name="connsiteY256" fmla="*/ 3488103 h 6858000"/>
              <a:gd name="connsiteX257" fmla="*/ 7233335 w 12192000"/>
              <a:gd name="connsiteY257" fmla="*/ 3530333 h 6858000"/>
              <a:gd name="connsiteX258" fmla="*/ 7286665 w 12192000"/>
              <a:gd name="connsiteY258" fmla="*/ 3485938 h 6858000"/>
              <a:gd name="connsiteX259" fmla="*/ 7246396 w 12192000"/>
              <a:gd name="connsiteY259" fmla="*/ 3443711 h 6858000"/>
              <a:gd name="connsiteX260" fmla="*/ 7224626 w 12192000"/>
              <a:gd name="connsiteY260" fmla="*/ 3439378 h 6858000"/>
              <a:gd name="connsiteX261" fmla="*/ 7210479 w 12192000"/>
              <a:gd name="connsiteY261" fmla="*/ 3424221 h 6858000"/>
              <a:gd name="connsiteX262" fmla="*/ 7231158 w 12192000"/>
              <a:gd name="connsiteY262" fmla="*/ 3407980 h 6858000"/>
              <a:gd name="connsiteX263" fmla="*/ 7257279 w 12192000"/>
              <a:gd name="connsiteY263" fmla="*/ 3428552 h 6858000"/>
              <a:gd name="connsiteX264" fmla="*/ 7285575 w 12192000"/>
              <a:gd name="connsiteY264" fmla="*/ 3420971 h 6858000"/>
              <a:gd name="connsiteX265" fmla="*/ 7231158 w 12192000"/>
              <a:gd name="connsiteY265" fmla="*/ 3381992 h 6858000"/>
              <a:gd name="connsiteX266" fmla="*/ 7415089 w 12192000"/>
              <a:gd name="connsiteY266" fmla="*/ 3344096 h 6858000"/>
              <a:gd name="connsiteX267" fmla="*/ 7415089 w 12192000"/>
              <a:gd name="connsiteY267" fmla="*/ 3364668 h 6858000"/>
              <a:gd name="connsiteX268" fmla="*/ 7393322 w 12192000"/>
              <a:gd name="connsiteY268" fmla="*/ 3386323 h 6858000"/>
              <a:gd name="connsiteX269" fmla="*/ 7385703 w 12192000"/>
              <a:gd name="connsiteY269" fmla="*/ 3386323 h 6858000"/>
              <a:gd name="connsiteX270" fmla="*/ 7385703 w 12192000"/>
              <a:gd name="connsiteY270" fmla="*/ 3415558 h 6858000"/>
              <a:gd name="connsiteX271" fmla="*/ 7411824 w 12192000"/>
              <a:gd name="connsiteY271" fmla="*/ 3415558 h 6858000"/>
              <a:gd name="connsiteX272" fmla="*/ 7411824 w 12192000"/>
              <a:gd name="connsiteY272" fmla="*/ 3485938 h 6858000"/>
              <a:gd name="connsiteX273" fmla="*/ 7454270 w 12192000"/>
              <a:gd name="connsiteY273" fmla="*/ 3527085 h 6858000"/>
              <a:gd name="connsiteX274" fmla="*/ 7474947 w 12192000"/>
              <a:gd name="connsiteY274" fmla="*/ 3523837 h 6858000"/>
              <a:gd name="connsiteX275" fmla="*/ 7474947 w 12192000"/>
              <a:gd name="connsiteY275" fmla="*/ 3496766 h 6858000"/>
              <a:gd name="connsiteX276" fmla="*/ 7462977 w 12192000"/>
              <a:gd name="connsiteY276" fmla="*/ 3497849 h 6858000"/>
              <a:gd name="connsiteX277" fmla="*/ 7445562 w 12192000"/>
              <a:gd name="connsiteY277" fmla="*/ 3480525 h 6858000"/>
              <a:gd name="connsiteX278" fmla="*/ 7445562 w 12192000"/>
              <a:gd name="connsiteY278" fmla="*/ 3415558 h 6858000"/>
              <a:gd name="connsiteX279" fmla="*/ 7474947 w 12192000"/>
              <a:gd name="connsiteY279" fmla="*/ 3415558 h 6858000"/>
              <a:gd name="connsiteX280" fmla="*/ 7474947 w 12192000"/>
              <a:gd name="connsiteY280" fmla="*/ 3386323 h 6858000"/>
              <a:gd name="connsiteX281" fmla="*/ 7445562 w 12192000"/>
              <a:gd name="connsiteY281" fmla="*/ 3386323 h 6858000"/>
              <a:gd name="connsiteX282" fmla="*/ 7445562 w 12192000"/>
              <a:gd name="connsiteY282" fmla="*/ 3344096 h 6858000"/>
              <a:gd name="connsiteX283" fmla="*/ 6312584 w 12192000"/>
              <a:gd name="connsiteY283" fmla="*/ 3322439 h 6858000"/>
              <a:gd name="connsiteX284" fmla="*/ 6312584 w 12192000"/>
              <a:gd name="connsiteY284" fmla="*/ 3455620 h 6858000"/>
              <a:gd name="connsiteX285" fmla="*/ 6388768 w 12192000"/>
              <a:gd name="connsiteY285" fmla="*/ 3531413 h 6858000"/>
              <a:gd name="connsiteX286" fmla="*/ 6464955 w 12192000"/>
              <a:gd name="connsiteY286" fmla="*/ 3455620 h 6858000"/>
              <a:gd name="connsiteX287" fmla="*/ 6464955 w 12192000"/>
              <a:gd name="connsiteY287" fmla="*/ 3322439 h 6858000"/>
              <a:gd name="connsiteX288" fmla="*/ 6430127 w 12192000"/>
              <a:gd name="connsiteY288" fmla="*/ 3322439 h 6858000"/>
              <a:gd name="connsiteX289" fmla="*/ 6430127 w 12192000"/>
              <a:gd name="connsiteY289" fmla="*/ 3453455 h 6858000"/>
              <a:gd name="connsiteX290" fmla="*/ 6387681 w 12192000"/>
              <a:gd name="connsiteY290" fmla="*/ 3497847 h 6858000"/>
              <a:gd name="connsiteX291" fmla="*/ 6346324 w 12192000"/>
              <a:gd name="connsiteY291" fmla="*/ 3453455 h 6858000"/>
              <a:gd name="connsiteX292" fmla="*/ 6346324 w 12192000"/>
              <a:gd name="connsiteY292" fmla="*/ 3322439 h 6858000"/>
              <a:gd name="connsiteX293" fmla="*/ 7978859 w 12192000"/>
              <a:gd name="connsiteY293" fmla="*/ 3317026 h 6858000"/>
              <a:gd name="connsiteX294" fmla="*/ 7929881 w 12192000"/>
              <a:gd name="connsiteY294" fmla="*/ 3366834 h 6858000"/>
              <a:gd name="connsiteX295" fmla="*/ 7929881 w 12192000"/>
              <a:gd name="connsiteY295" fmla="*/ 3386323 h 6858000"/>
              <a:gd name="connsiteX296" fmla="*/ 7904849 w 12192000"/>
              <a:gd name="connsiteY296" fmla="*/ 3386323 h 6858000"/>
              <a:gd name="connsiteX297" fmla="*/ 7904849 w 12192000"/>
              <a:gd name="connsiteY297" fmla="*/ 3415559 h 6858000"/>
              <a:gd name="connsiteX298" fmla="*/ 7929881 w 12192000"/>
              <a:gd name="connsiteY298" fmla="*/ 3415559 h 6858000"/>
              <a:gd name="connsiteX299" fmla="*/ 7929881 w 12192000"/>
              <a:gd name="connsiteY299" fmla="*/ 3526000 h 6858000"/>
              <a:gd name="connsiteX300" fmla="*/ 7963621 w 12192000"/>
              <a:gd name="connsiteY300" fmla="*/ 3526000 h 6858000"/>
              <a:gd name="connsiteX301" fmla="*/ 7963621 w 12192000"/>
              <a:gd name="connsiteY301" fmla="*/ 3415559 h 6858000"/>
              <a:gd name="connsiteX302" fmla="*/ 7996271 w 12192000"/>
              <a:gd name="connsiteY302" fmla="*/ 3415559 h 6858000"/>
              <a:gd name="connsiteX303" fmla="*/ 7996271 w 12192000"/>
              <a:gd name="connsiteY303" fmla="*/ 3386323 h 6858000"/>
              <a:gd name="connsiteX304" fmla="*/ 7963621 w 12192000"/>
              <a:gd name="connsiteY304" fmla="*/ 3386323 h 6858000"/>
              <a:gd name="connsiteX305" fmla="*/ 7963621 w 12192000"/>
              <a:gd name="connsiteY305" fmla="*/ 3367916 h 6858000"/>
              <a:gd name="connsiteX306" fmla="*/ 7984300 w 12192000"/>
              <a:gd name="connsiteY306" fmla="*/ 3347344 h 6858000"/>
              <a:gd name="connsiteX307" fmla="*/ 7996271 w 12192000"/>
              <a:gd name="connsiteY307" fmla="*/ 3348427 h 6858000"/>
              <a:gd name="connsiteX308" fmla="*/ 7996271 w 12192000"/>
              <a:gd name="connsiteY308" fmla="*/ 3320274 h 6858000"/>
              <a:gd name="connsiteX309" fmla="*/ 7978859 w 12192000"/>
              <a:gd name="connsiteY309" fmla="*/ 3317026 h 6858000"/>
              <a:gd name="connsiteX310" fmla="*/ 7339992 w 12192000"/>
              <a:gd name="connsiteY310" fmla="*/ 3315943 h 6858000"/>
              <a:gd name="connsiteX311" fmla="*/ 7318225 w 12192000"/>
              <a:gd name="connsiteY311" fmla="*/ 3337598 h 6858000"/>
              <a:gd name="connsiteX312" fmla="*/ 7339992 w 12192000"/>
              <a:gd name="connsiteY312" fmla="*/ 3359255 h 6858000"/>
              <a:gd name="connsiteX313" fmla="*/ 7361759 w 12192000"/>
              <a:gd name="connsiteY313" fmla="*/ 3337598 h 6858000"/>
              <a:gd name="connsiteX314" fmla="*/ 7339992 w 12192000"/>
              <a:gd name="connsiteY314" fmla="*/ 3315943 h 6858000"/>
              <a:gd name="connsiteX315" fmla="*/ 6696775 w 12192000"/>
              <a:gd name="connsiteY315" fmla="*/ 3315943 h 6858000"/>
              <a:gd name="connsiteX316" fmla="*/ 6675008 w 12192000"/>
              <a:gd name="connsiteY316" fmla="*/ 3337598 h 6858000"/>
              <a:gd name="connsiteX317" fmla="*/ 6696775 w 12192000"/>
              <a:gd name="connsiteY317" fmla="*/ 3359255 h 6858000"/>
              <a:gd name="connsiteX318" fmla="*/ 6718542 w 12192000"/>
              <a:gd name="connsiteY318" fmla="*/ 3337598 h 6858000"/>
              <a:gd name="connsiteX319" fmla="*/ 6696775 w 12192000"/>
              <a:gd name="connsiteY319" fmla="*/ 3315943 h 6858000"/>
              <a:gd name="connsiteX320" fmla="*/ 5214431 w 12192000"/>
              <a:gd name="connsiteY320" fmla="*/ 3220659 h 6858000"/>
              <a:gd name="connsiteX321" fmla="*/ 5275379 w 12192000"/>
              <a:gd name="connsiteY321" fmla="*/ 3220659 h 6858000"/>
              <a:gd name="connsiteX322" fmla="*/ 5318913 w 12192000"/>
              <a:gd name="connsiteY322" fmla="*/ 3256390 h 6858000"/>
              <a:gd name="connsiteX323" fmla="*/ 5274290 w 12192000"/>
              <a:gd name="connsiteY323" fmla="*/ 3287790 h 6858000"/>
              <a:gd name="connsiteX324" fmla="*/ 5214431 w 12192000"/>
              <a:gd name="connsiteY324" fmla="*/ 3287790 h 6858000"/>
              <a:gd name="connsiteX325" fmla="*/ 5662834 w 12192000"/>
              <a:gd name="connsiteY325" fmla="*/ 3147031 h 6858000"/>
              <a:gd name="connsiteX326" fmla="*/ 5662834 w 12192000"/>
              <a:gd name="connsiteY326" fmla="*/ 3607208 h 6858000"/>
              <a:gd name="connsiteX327" fmla="*/ 5285175 w 12192000"/>
              <a:gd name="connsiteY327" fmla="*/ 3607208 h 6858000"/>
              <a:gd name="connsiteX328" fmla="*/ 5285175 w 12192000"/>
              <a:gd name="connsiteY328" fmla="*/ 3481608 h 6858000"/>
              <a:gd name="connsiteX329" fmla="*/ 5216608 w 12192000"/>
              <a:gd name="connsiteY329" fmla="*/ 3481608 h 6858000"/>
              <a:gd name="connsiteX330" fmla="*/ 5216608 w 12192000"/>
              <a:gd name="connsiteY330" fmla="*/ 3607208 h 6858000"/>
              <a:gd name="connsiteX331" fmla="*/ 5090359 w 12192000"/>
              <a:gd name="connsiteY331" fmla="*/ 3607208 h 6858000"/>
              <a:gd name="connsiteX332" fmla="*/ 5090359 w 12192000"/>
              <a:gd name="connsiteY332" fmla="*/ 3675422 h 6858000"/>
              <a:gd name="connsiteX333" fmla="*/ 5216608 w 12192000"/>
              <a:gd name="connsiteY333" fmla="*/ 3675422 h 6858000"/>
              <a:gd name="connsiteX334" fmla="*/ 5216608 w 12192000"/>
              <a:gd name="connsiteY334" fmla="*/ 4051145 h 6858000"/>
              <a:gd name="connsiteX335" fmla="*/ 4542915 w 12192000"/>
              <a:gd name="connsiteY335" fmla="*/ 4051145 h 6858000"/>
              <a:gd name="connsiteX336" fmla="*/ 4542915 w 12192000"/>
              <a:gd name="connsiteY336" fmla="*/ 4119360 h 6858000"/>
              <a:gd name="connsiteX337" fmla="*/ 5259054 w 12192000"/>
              <a:gd name="connsiteY337" fmla="*/ 4119360 h 6858000"/>
              <a:gd name="connsiteX338" fmla="*/ 5285175 w 12192000"/>
              <a:gd name="connsiteY338" fmla="*/ 4093372 h 6858000"/>
              <a:gd name="connsiteX339" fmla="*/ 5285175 w 12192000"/>
              <a:gd name="connsiteY339" fmla="*/ 3675422 h 6858000"/>
              <a:gd name="connsiteX340" fmla="*/ 5705281 w 12192000"/>
              <a:gd name="connsiteY340" fmla="*/ 3675422 h 6858000"/>
              <a:gd name="connsiteX341" fmla="*/ 5731400 w 12192000"/>
              <a:gd name="connsiteY341" fmla="*/ 3649437 h 6858000"/>
              <a:gd name="connsiteX342" fmla="*/ 5731400 w 12192000"/>
              <a:gd name="connsiteY342" fmla="*/ 3147031 h 6858000"/>
              <a:gd name="connsiteX343" fmla="*/ 5215520 w 12192000"/>
              <a:gd name="connsiteY343" fmla="*/ 3099389 h 6858000"/>
              <a:gd name="connsiteX344" fmla="*/ 5275379 w 12192000"/>
              <a:gd name="connsiteY344" fmla="*/ 3099389 h 6858000"/>
              <a:gd name="connsiteX345" fmla="*/ 5313471 w 12192000"/>
              <a:gd name="connsiteY345" fmla="*/ 3129707 h 6858000"/>
              <a:gd name="connsiteX346" fmla="*/ 5276467 w 12192000"/>
              <a:gd name="connsiteY346" fmla="*/ 3158942 h 6858000"/>
              <a:gd name="connsiteX347" fmla="*/ 5215520 w 12192000"/>
              <a:gd name="connsiteY347" fmla="*/ 3158942 h 6858000"/>
              <a:gd name="connsiteX348" fmla="*/ 7555488 w 12192000"/>
              <a:gd name="connsiteY348" fmla="*/ 3075569 h 6858000"/>
              <a:gd name="connsiteX349" fmla="*/ 7555488 w 12192000"/>
              <a:gd name="connsiteY349" fmla="*/ 3082065 h 6858000"/>
              <a:gd name="connsiteX350" fmla="*/ 7520660 w 12192000"/>
              <a:gd name="connsiteY350" fmla="*/ 3118879 h 6858000"/>
              <a:gd name="connsiteX351" fmla="*/ 7499983 w 12192000"/>
              <a:gd name="connsiteY351" fmla="*/ 3100472 h 6858000"/>
              <a:gd name="connsiteX352" fmla="*/ 7518486 w 12192000"/>
              <a:gd name="connsiteY352" fmla="*/ 3080982 h 6858000"/>
              <a:gd name="connsiteX353" fmla="*/ 5144777 w 12192000"/>
              <a:gd name="connsiteY353" fmla="*/ 3036588 h 6858000"/>
              <a:gd name="connsiteX354" fmla="*/ 5144777 w 12192000"/>
              <a:gd name="connsiteY354" fmla="*/ 3352757 h 6858000"/>
              <a:gd name="connsiteX355" fmla="*/ 5272115 w 12192000"/>
              <a:gd name="connsiteY355" fmla="*/ 3352757 h 6858000"/>
              <a:gd name="connsiteX356" fmla="*/ 5357005 w 12192000"/>
              <a:gd name="connsiteY356" fmla="*/ 3331102 h 6858000"/>
              <a:gd name="connsiteX357" fmla="*/ 5390746 w 12192000"/>
              <a:gd name="connsiteY357" fmla="*/ 3257475 h 6858000"/>
              <a:gd name="connsiteX358" fmla="*/ 5355918 w 12192000"/>
              <a:gd name="connsiteY358" fmla="*/ 3189258 h 6858000"/>
              <a:gd name="connsiteX359" fmla="*/ 5384215 w 12192000"/>
              <a:gd name="connsiteY359" fmla="*/ 3125376 h 6858000"/>
              <a:gd name="connsiteX360" fmla="*/ 5346121 w 12192000"/>
              <a:gd name="connsiteY360" fmla="*/ 3053912 h 6858000"/>
              <a:gd name="connsiteX361" fmla="*/ 5272115 w 12192000"/>
              <a:gd name="connsiteY361" fmla="*/ 3036588 h 6858000"/>
              <a:gd name="connsiteX362" fmla="*/ 7282311 w 12192000"/>
              <a:gd name="connsiteY362" fmla="*/ 3026844 h 6858000"/>
              <a:gd name="connsiteX363" fmla="*/ 7318226 w 12192000"/>
              <a:gd name="connsiteY363" fmla="*/ 3065823 h 6858000"/>
              <a:gd name="connsiteX364" fmla="*/ 7282311 w 12192000"/>
              <a:gd name="connsiteY364" fmla="*/ 3105884 h 6858000"/>
              <a:gd name="connsiteX365" fmla="*/ 7245306 w 12192000"/>
              <a:gd name="connsiteY365" fmla="*/ 3065823 h 6858000"/>
              <a:gd name="connsiteX366" fmla="*/ 7282311 w 12192000"/>
              <a:gd name="connsiteY366" fmla="*/ 3026844 h 6858000"/>
              <a:gd name="connsiteX367" fmla="*/ 6597733 w 12192000"/>
              <a:gd name="connsiteY367" fmla="*/ 3025761 h 6858000"/>
              <a:gd name="connsiteX368" fmla="*/ 6636915 w 12192000"/>
              <a:gd name="connsiteY368" fmla="*/ 3070153 h 6858000"/>
              <a:gd name="connsiteX369" fmla="*/ 6597733 w 12192000"/>
              <a:gd name="connsiteY369" fmla="*/ 3114548 h 6858000"/>
              <a:gd name="connsiteX370" fmla="*/ 6558553 w 12192000"/>
              <a:gd name="connsiteY370" fmla="*/ 3070153 h 6858000"/>
              <a:gd name="connsiteX371" fmla="*/ 6597733 w 12192000"/>
              <a:gd name="connsiteY371" fmla="*/ 3025761 h 6858000"/>
              <a:gd name="connsiteX372" fmla="*/ 7116881 w 12192000"/>
              <a:gd name="connsiteY372" fmla="*/ 3023596 h 6858000"/>
              <a:gd name="connsiteX373" fmla="*/ 7151708 w 12192000"/>
              <a:gd name="connsiteY373" fmla="*/ 3054995 h 6858000"/>
              <a:gd name="connsiteX374" fmla="*/ 7082053 w 12192000"/>
              <a:gd name="connsiteY374" fmla="*/ 3054995 h 6858000"/>
              <a:gd name="connsiteX375" fmla="*/ 7116881 w 12192000"/>
              <a:gd name="connsiteY375" fmla="*/ 3023596 h 6858000"/>
              <a:gd name="connsiteX376" fmla="*/ 7395499 w 12192000"/>
              <a:gd name="connsiteY376" fmla="*/ 3000856 h 6858000"/>
              <a:gd name="connsiteX377" fmla="*/ 7395499 w 12192000"/>
              <a:gd name="connsiteY377" fmla="*/ 3140536 h 6858000"/>
              <a:gd name="connsiteX378" fmla="*/ 7429239 w 12192000"/>
              <a:gd name="connsiteY378" fmla="*/ 3140536 h 6858000"/>
              <a:gd name="connsiteX379" fmla="*/ 7429239 w 12192000"/>
              <a:gd name="connsiteY379" fmla="*/ 3000856 h 6858000"/>
              <a:gd name="connsiteX380" fmla="*/ 6805611 w 12192000"/>
              <a:gd name="connsiteY380" fmla="*/ 3000856 h 6858000"/>
              <a:gd name="connsiteX381" fmla="*/ 6851322 w 12192000"/>
              <a:gd name="connsiteY381" fmla="*/ 3140533 h 6858000"/>
              <a:gd name="connsiteX382" fmla="*/ 6886149 w 12192000"/>
              <a:gd name="connsiteY382" fmla="*/ 3140533 h 6858000"/>
              <a:gd name="connsiteX383" fmla="*/ 6919889 w 12192000"/>
              <a:gd name="connsiteY383" fmla="*/ 3039835 h 6858000"/>
              <a:gd name="connsiteX384" fmla="*/ 6954716 w 12192000"/>
              <a:gd name="connsiteY384" fmla="*/ 3140533 h 6858000"/>
              <a:gd name="connsiteX385" fmla="*/ 6988454 w 12192000"/>
              <a:gd name="connsiteY385" fmla="*/ 3140533 h 6858000"/>
              <a:gd name="connsiteX386" fmla="*/ 7033077 w 12192000"/>
              <a:gd name="connsiteY386" fmla="*/ 3000856 h 6858000"/>
              <a:gd name="connsiteX387" fmla="*/ 6999337 w 12192000"/>
              <a:gd name="connsiteY387" fmla="*/ 3000856 h 6858000"/>
              <a:gd name="connsiteX388" fmla="*/ 6971041 w 12192000"/>
              <a:gd name="connsiteY388" fmla="*/ 3097224 h 6858000"/>
              <a:gd name="connsiteX389" fmla="*/ 6938391 w 12192000"/>
              <a:gd name="connsiteY389" fmla="*/ 3000856 h 6858000"/>
              <a:gd name="connsiteX390" fmla="*/ 6902474 w 12192000"/>
              <a:gd name="connsiteY390" fmla="*/ 3000856 h 6858000"/>
              <a:gd name="connsiteX391" fmla="*/ 6869824 w 12192000"/>
              <a:gd name="connsiteY391" fmla="*/ 3097224 h 6858000"/>
              <a:gd name="connsiteX392" fmla="*/ 6841526 w 12192000"/>
              <a:gd name="connsiteY392" fmla="*/ 3000856 h 6858000"/>
              <a:gd name="connsiteX393" fmla="*/ 6779491 w 12192000"/>
              <a:gd name="connsiteY393" fmla="*/ 2999774 h 6858000"/>
              <a:gd name="connsiteX394" fmla="*/ 6739221 w 12192000"/>
              <a:gd name="connsiteY394" fmla="*/ 3023594 h 6858000"/>
              <a:gd name="connsiteX395" fmla="*/ 6739221 w 12192000"/>
              <a:gd name="connsiteY395" fmla="*/ 3000857 h 6858000"/>
              <a:gd name="connsiteX396" fmla="*/ 6706571 w 12192000"/>
              <a:gd name="connsiteY396" fmla="*/ 3000857 h 6858000"/>
              <a:gd name="connsiteX397" fmla="*/ 6706571 w 12192000"/>
              <a:gd name="connsiteY397" fmla="*/ 3140533 h 6858000"/>
              <a:gd name="connsiteX398" fmla="*/ 6740311 w 12192000"/>
              <a:gd name="connsiteY398" fmla="*/ 3140533 h 6858000"/>
              <a:gd name="connsiteX399" fmla="*/ 6740311 w 12192000"/>
              <a:gd name="connsiteY399" fmla="*/ 3073401 h 6858000"/>
              <a:gd name="connsiteX400" fmla="*/ 6778403 w 12192000"/>
              <a:gd name="connsiteY400" fmla="*/ 3032257 h 6858000"/>
              <a:gd name="connsiteX401" fmla="*/ 6788199 w 12192000"/>
              <a:gd name="connsiteY401" fmla="*/ 3033232 h 6858000"/>
              <a:gd name="connsiteX402" fmla="*/ 6788199 w 12192000"/>
              <a:gd name="connsiteY402" fmla="*/ 3033340 h 6858000"/>
              <a:gd name="connsiteX403" fmla="*/ 6789287 w 12192000"/>
              <a:gd name="connsiteY403" fmla="*/ 3033340 h 6858000"/>
              <a:gd name="connsiteX404" fmla="*/ 6788199 w 12192000"/>
              <a:gd name="connsiteY404" fmla="*/ 3033232 h 6858000"/>
              <a:gd name="connsiteX405" fmla="*/ 6788199 w 12192000"/>
              <a:gd name="connsiteY405" fmla="*/ 3000857 h 6858000"/>
              <a:gd name="connsiteX406" fmla="*/ 6779491 w 12192000"/>
              <a:gd name="connsiteY406" fmla="*/ 2999774 h 6858000"/>
              <a:gd name="connsiteX407" fmla="*/ 7275782 w 12192000"/>
              <a:gd name="connsiteY407" fmla="*/ 2997608 h 6858000"/>
              <a:gd name="connsiteX408" fmla="*/ 7210479 w 12192000"/>
              <a:gd name="connsiteY408" fmla="*/ 3065823 h 6858000"/>
              <a:gd name="connsiteX409" fmla="*/ 7275782 w 12192000"/>
              <a:gd name="connsiteY409" fmla="*/ 3134037 h 6858000"/>
              <a:gd name="connsiteX410" fmla="*/ 7317138 w 12192000"/>
              <a:gd name="connsiteY410" fmla="*/ 3113465 h 6858000"/>
              <a:gd name="connsiteX411" fmla="*/ 7317138 w 12192000"/>
              <a:gd name="connsiteY411" fmla="*/ 3128624 h 6858000"/>
              <a:gd name="connsiteX412" fmla="*/ 7276869 w 12192000"/>
              <a:gd name="connsiteY412" fmla="*/ 3170851 h 6858000"/>
              <a:gd name="connsiteX413" fmla="*/ 7242042 w 12192000"/>
              <a:gd name="connsiteY413" fmla="*/ 3140535 h 6858000"/>
              <a:gd name="connsiteX414" fmla="*/ 7210479 w 12192000"/>
              <a:gd name="connsiteY414" fmla="*/ 3149196 h 6858000"/>
              <a:gd name="connsiteX415" fmla="*/ 7277957 w 12192000"/>
              <a:gd name="connsiteY415" fmla="*/ 3200086 h 6858000"/>
              <a:gd name="connsiteX416" fmla="*/ 7349788 w 12192000"/>
              <a:gd name="connsiteY416" fmla="*/ 3127541 h 6858000"/>
              <a:gd name="connsiteX417" fmla="*/ 7349788 w 12192000"/>
              <a:gd name="connsiteY417" fmla="*/ 3000856 h 6858000"/>
              <a:gd name="connsiteX418" fmla="*/ 7317138 w 12192000"/>
              <a:gd name="connsiteY418" fmla="*/ 3000856 h 6858000"/>
              <a:gd name="connsiteX419" fmla="*/ 7317138 w 12192000"/>
              <a:gd name="connsiteY419" fmla="*/ 3018180 h 6858000"/>
              <a:gd name="connsiteX420" fmla="*/ 7275782 w 12192000"/>
              <a:gd name="connsiteY420" fmla="*/ 2997608 h 6858000"/>
              <a:gd name="connsiteX421" fmla="*/ 7706770 w 12192000"/>
              <a:gd name="connsiteY421" fmla="*/ 2996526 h 6858000"/>
              <a:gd name="connsiteX422" fmla="*/ 7665411 w 12192000"/>
              <a:gd name="connsiteY422" fmla="*/ 3019263 h 6858000"/>
              <a:gd name="connsiteX423" fmla="*/ 7665411 w 12192000"/>
              <a:gd name="connsiteY423" fmla="*/ 3000857 h 6858000"/>
              <a:gd name="connsiteX424" fmla="*/ 7632761 w 12192000"/>
              <a:gd name="connsiteY424" fmla="*/ 3000857 h 6858000"/>
              <a:gd name="connsiteX425" fmla="*/ 7632761 w 12192000"/>
              <a:gd name="connsiteY425" fmla="*/ 3140536 h 6858000"/>
              <a:gd name="connsiteX426" fmla="*/ 7665411 w 12192000"/>
              <a:gd name="connsiteY426" fmla="*/ 3140536 h 6858000"/>
              <a:gd name="connsiteX427" fmla="*/ 7665411 w 12192000"/>
              <a:gd name="connsiteY427" fmla="*/ 3060410 h 6858000"/>
              <a:gd name="connsiteX428" fmla="*/ 7694797 w 12192000"/>
              <a:gd name="connsiteY428" fmla="*/ 3026844 h 6858000"/>
              <a:gd name="connsiteX429" fmla="*/ 7724183 w 12192000"/>
              <a:gd name="connsiteY429" fmla="*/ 3058245 h 6858000"/>
              <a:gd name="connsiteX430" fmla="*/ 7724183 w 12192000"/>
              <a:gd name="connsiteY430" fmla="*/ 3140536 h 6858000"/>
              <a:gd name="connsiteX431" fmla="*/ 7757923 w 12192000"/>
              <a:gd name="connsiteY431" fmla="*/ 3140536 h 6858000"/>
              <a:gd name="connsiteX432" fmla="*/ 7757923 w 12192000"/>
              <a:gd name="connsiteY432" fmla="*/ 3051747 h 6858000"/>
              <a:gd name="connsiteX433" fmla="*/ 7706770 w 12192000"/>
              <a:gd name="connsiteY433" fmla="*/ 2996526 h 6858000"/>
              <a:gd name="connsiteX434" fmla="*/ 7528279 w 12192000"/>
              <a:gd name="connsiteY434" fmla="*/ 2996526 h 6858000"/>
              <a:gd name="connsiteX435" fmla="*/ 7469508 w 12192000"/>
              <a:gd name="connsiteY435" fmla="*/ 3042003 h 6858000"/>
              <a:gd name="connsiteX436" fmla="*/ 7499983 w 12192000"/>
              <a:gd name="connsiteY436" fmla="*/ 3048499 h 6858000"/>
              <a:gd name="connsiteX437" fmla="*/ 7529369 w 12192000"/>
              <a:gd name="connsiteY437" fmla="*/ 3023596 h 6858000"/>
              <a:gd name="connsiteX438" fmla="*/ 7555488 w 12192000"/>
              <a:gd name="connsiteY438" fmla="*/ 3045251 h 6858000"/>
              <a:gd name="connsiteX439" fmla="*/ 7544604 w 12192000"/>
              <a:gd name="connsiteY439" fmla="*/ 3054995 h 6858000"/>
              <a:gd name="connsiteX440" fmla="*/ 7508690 w 12192000"/>
              <a:gd name="connsiteY440" fmla="*/ 3060410 h 6858000"/>
              <a:gd name="connsiteX441" fmla="*/ 7466243 w 12192000"/>
              <a:gd name="connsiteY441" fmla="*/ 3102637 h 6858000"/>
              <a:gd name="connsiteX442" fmla="*/ 7514131 w 12192000"/>
              <a:gd name="connsiteY442" fmla="*/ 3144867 h 6858000"/>
              <a:gd name="connsiteX443" fmla="*/ 7557665 w 12192000"/>
              <a:gd name="connsiteY443" fmla="*/ 3123212 h 6858000"/>
              <a:gd name="connsiteX444" fmla="*/ 7558755 w 12192000"/>
              <a:gd name="connsiteY444" fmla="*/ 3140536 h 6858000"/>
              <a:gd name="connsiteX445" fmla="*/ 7590315 w 12192000"/>
              <a:gd name="connsiteY445" fmla="*/ 3140536 h 6858000"/>
              <a:gd name="connsiteX446" fmla="*/ 7588140 w 12192000"/>
              <a:gd name="connsiteY446" fmla="*/ 3117796 h 6858000"/>
              <a:gd name="connsiteX447" fmla="*/ 7588140 w 12192000"/>
              <a:gd name="connsiteY447" fmla="*/ 3048499 h 6858000"/>
              <a:gd name="connsiteX448" fmla="*/ 7528279 w 12192000"/>
              <a:gd name="connsiteY448" fmla="*/ 2996526 h 6858000"/>
              <a:gd name="connsiteX449" fmla="*/ 7117970 w 12192000"/>
              <a:gd name="connsiteY449" fmla="*/ 2996526 h 6858000"/>
              <a:gd name="connsiteX450" fmla="*/ 7049403 w 12192000"/>
              <a:gd name="connsiteY450" fmla="*/ 3070154 h 6858000"/>
              <a:gd name="connsiteX451" fmla="*/ 7121235 w 12192000"/>
              <a:gd name="connsiteY451" fmla="*/ 3144867 h 6858000"/>
              <a:gd name="connsiteX452" fmla="*/ 7184360 w 12192000"/>
              <a:gd name="connsiteY452" fmla="*/ 3100472 h 6858000"/>
              <a:gd name="connsiteX453" fmla="*/ 7154975 w 12192000"/>
              <a:gd name="connsiteY453" fmla="*/ 3091811 h 6858000"/>
              <a:gd name="connsiteX454" fmla="*/ 7120148 w 12192000"/>
              <a:gd name="connsiteY454" fmla="*/ 3116714 h 6858000"/>
              <a:gd name="connsiteX455" fmla="*/ 7082053 w 12192000"/>
              <a:gd name="connsiteY455" fmla="*/ 3079900 h 6858000"/>
              <a:gd name="connsiteX456" fmla="*/ 7185448 w 12192000"/>
              <a:gd name="connsiteY456" fmla="*/ 3079900 h 6858000"/>
              <a:gd name="connsiteX457" fmla="*/ 7186535 w 12192000"/>
              <a:gd name="connsiteY457" fmla="*/ 3069071 h 6858000"/>
              <a:gd name="connsiteX458" fmla="*/ 7117970 w 12192000"/>
              <a:gd name="connsiteY458" fmla="*/ 2996526 h 6858000"/>
              <a:gd name="connsiteX459" fmla="*/ 6597733 w 12192000"/>
              <a:gd name="connsiteY459" fmla="*/ 2995443 h 6858000"/>
              <a:gd name="connsiteX460" fmla="*/ 6524813 w 12192000"/>
              <a:gd name="connsiteY460" fmla="*/ 3070153 h 6858000"/>
              <a:gd name="connsiteX461" fmla="*/ 6597733 w 12192000"/>
              <a:gd name="connsiteY461" fmla="*/ 3144866 h 6858000"/>
              <a:gd name="connsiteX462" fmla="*/ 6670655 w 12192000"/>
              <a:gd name="connsiteY462" fmla="*/ 3070153 h 6858000"/>
              <a:gd name="connsiteX463" fmla="*/ 6597733 w 12192000"/>
              <a:gd name="connsiteY463" fmla="*/ 2995443 h 6858000"/>
              <a:gd name="connsiteX464" fmla="*/ 6314761 w 12192000"/>
              <a:gd name="connsiteY464" fmla="*/ 2936972 h 6858000"/>
              <a:gd name="connsiteX465" fmla="*/ 6314761 w 12192000"/>
              <a:gd name="connsiteY465" fmla="*/ 3140533 h 6858000"/>
              <a:gd name="connsiteX466" fmla="*/ 6349589 w 12192000"/>
              <a:gd name="connsiteY466" fmla="*/ 3140533 h 6858000"/>
              <a:gd name="connsiteX467" fmla="*/ 6349589 w 12192000"/>
              <a:gd name="connsiteY467" fmla="*/ 2985697 h 6858000"/>
              <a:gd name="connsiteX468" fmla="*/ 6450806 w 12192000"/>
              <a:gd name="connsiteY468" fmla="*/ 3140533 h 6858000"/>
              <a:gd name="connsiteX469" fmla="*/ 6487811 w 12192000"/>
              <a:gd name="connsiteY469" fmla="*/ 3140533 h 6858000"/>
              <a:gd name="connsiteX470" fmla="*/ 6487811 w 12192000"/>
              <a:gd name="connsiteY470" fmla="*/ 2936972 h 6858000"/>
              <a:gd name="connsiteX471" fmla="*/ 6452983 w 12192000"/>
              <a:gd name="connsiteY471" fmla="*/ 2936972 h 6858000"/>
              <a:gd name="connsiteX472" fmla="*/ 6452983 w 12192000"/>
              <a:gd name="connsiteY472" fmla="*/ 3082065 h 6858000"/>
              <a:gd name="connsiteX473" fmla="*/ 6359385 w 12192000"/>
              <a:gd name="connsiteY473" fmla="*/ 2936972 h 6858000"/>
              <a:gd name="connsiteX474" fmla="*/ 7411824 w 12192000"/>
              <a:gd name="connsiteY474" fmla="*/ 2929394 h 6858000"/>
              <a:gd name="connsiteX475" fmla="*/ 7390057 w 12192000"/>
              <a:gd name="connsiteY475" fmla="*/ 2951049 h 6858000"/>
              <a:gd name="connsiteX476" fmla="*/ 7411824 w 12192000"/>
              <a:gd name="connsiteY476" fmla="*/ 2972706 h 6858000"/>
              <a:gd name="connsiteX477" fmla="*/ 7433591 w 12192000"/>
              <a:gd name="connsiteY477" fmla="*/ 2951049 h 6858000"/>
              <a:gd name="connsiteX478" fmla="*/ 7411824 w 12192000"/>
              <a:gd name="connsiteY478" fmla="*/ 2929394 h 6858000"/>
              <a:gd name="connsiteX479" fmla="*/ 4792149 w 12192000"/>
              <a:gd name="connsiteY479" fmla="*/ 2713922 h 6858000"/>
              <a:gd name="connsiteX480" fmla="*/ 4766027 w 12192000"/>
              <a:gd name="connsiteY480" fmla="*/ 2739910 h 6858000"/>
              <a:gd name="connsiteX481" fmla="*/ 4766027 w 12192000"/>
              <a:gd name="connsiteY481" fmla="*/ 3157860 h 6858000"/>
              <a:gd name="connsiteX482" fmla="*/ 4345921 w 12192000"/>
              <a:gd name="connsiteY482" fmla="*/ 3157860 h 6858000"/>
              <a:gd name="connsiteX483" fmla="*/ 4319803 w 12192000"/>
              <a:gd name="connsiteY483" fmla="*/ 3183845 h 6858000"/>
              <a:gd name="connsiteX484" fmla="*/ 4319803 w 12192000"/>
              <a:gd name="connsiteY484" fmla="*/ 3675422 h 6858000"/>
              <a:gd name="connsiteX485" fmla="*/ 4388368 w 12192000"/>
              <a:gd name="connsiteY485" fmla="*/ 3675422 h 6858000"/>
              <a:gd name="connsiteX486" fmla="*/ 4388368 w 12192000"/>
              <a:gd name="connsiteY486" fmla="*/ 3226074 h 6858000"/>
              <a:gd name="connsiteX487" fmla="*/ 4766027 w 12192000"/>
              <a:gd name="connsiteY487" fmla="*/ 3226074 h 6858000"/>
              <a:gd name="connsiteX488" fmla="*/ 4766027 w 12192000"/>
              <a:gd name="connsiteY488" fmla="*/ 3352757 h 6858000"/>
              <a:gd name="connsiteX489" fmla="*/ 4834595 w 12192000"/>
              <a:gd name="connsiteY489" fmla="*/ 3352757 h 6858000"/>
              <a:gd name="connsiteX490" fmla="*/ 4834595 w 12192000"/>
              <a:gd name="connsiteY490" fmla="*/ 3226074 h 6858000"/>
              <a:gd name="connsiteX491" fmla="*/ 4961933 w 12192000"/>
              <a:gd name="connsiteY491" fmla="*/ 3226074 h 6858000"/>
              <a:gd name="connsiteX492" fmla="*/ 4961933 w 12192000"/>
              <a:gd name="connsiteY492" fmla="*/ 3157860 h 6858000"/>
              <a:gd name="connsiteX493" fmla="*/ 4834595 w 12192000"/>
              <a:gd name="connsiteY493" fmla="*/ 3157860 h 6858000"/>
              <a:gd name="connsiteX494" fmla="*/ 4834595 w 12192000"/>
              <a:gd name="connsiteY494" fmla="*/ 2782137 h 6858000"/>
              <a:gd name="connsiteX495" fmla="*/ 5490872 w 12192000"/>
              <a:gd name="connsiteY495" fmla="*/ 2782137 h 6858000"/>
              <a:gd name="connsiteX496" fmla="*/ 5490872 w 12192000"/>
              <a:gd name="connsiteY496" fmla="*/ 2713922 h 6858000"/>
              <a:gd name="connsiteX497" fmla="*/ 5644333 w 12192000"/>
              <a:gd name="connsiteY497" fmla="*/ 2711757 h 6858000"/>
              <a:gd name="connsiteX498" fmla="*/ 5644333 w 12192000"/>
              <a:gd name="connsiteY498" fmla="*/ 2904489 h 6858000"/>
              <a:gd name="connsiteX499" fmla="*/ 5770581 w 12192000"/>
              <a:gd name="connsiteY499" fmla="*/ 3033340 h 6858000"/>
              <a:gd name="connsiteX500" fmla="*/ 5896830 w 12192000"/>
              <a:gd name="connsiteY500" fmla="*/ 2904489 h 6858000"/>
              <a:gd name="connsiteX501" fmla="*/ 5896830 w 12192000"/>
              <a:gd name="connsiteY501" fmla="*/ 2711757 h 6858000"/>
              <a:gd name="connsiteX502" fmla="*/ 5826088 w 12192000"/>
              <a:gd name="connsiteY502" fmla="*/ 2711757 h 6858000"/>
              <a:gd name="connsiteX503" fmla="*/ 5826088 w 12192000"/>
              <a:gd name="connsiteY503" fmla="*/ 2903406 h 6858000"/>
              <a:gd name="connsiteX504" fmla="*/ 5770581 w 12192000"/>
              <a:gd name="connsiteY504" fmla="*/ 2967291 h 6858000"/>
              <a:gd name="connsiteX505" fmla="*/ 5715074 w 12192000"/>
              <a:gd name="connsiteY505" fmla="*/ 2903406 h 6858000"/>
              <a:gd name="connsiteX506" fmla="*/ 5715074 w 12192000"/>
              <a:gd name="connsiteY506" fmla="*/ 2711757 h 6858000"/>
              <a:gd name="connsiteX507" fmla="*/ 0 w 12192000"/>
              <a:gd name="connsiteY507" fmla="*/ 0 h 6858000"/>
              <a:gd name="connsiteX508" fmla="*/ 12192000 w 12192000"/>
              <a:gd name="connsiteY508" fmla="*/ 0 h 6858000"/>
              <a:gd name="connsiteX509" fmla="*/ 12192000 w 12192000"/>
              <a:gd name="connsiteY509" fmla="*/ 6858000 h 6858000"/>
              <a:gd name="connsiteX510" fmla="*/ 0 w 12192000"/>
              <a:gd name="connsiteY5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</a:cxnLst>
            <a:rect l="l" t="t" r="r" b="b"/>
            <a:pathLst>
              <a:path w="12192000" h="6858000">
                <a:moveTo>
                  <a:pt x="4133693" y="3804273"/>
                </a:moveTo>
                <a:lnTo>
                  <a:pt x="4133693" y="4119360"/>
                </a:lnTo>
                <a:lnTo>
                  <a:pt x="4203347" y="4119360"/>
                </a:lnTo>
                <a:lnTo>
                  <a:pt x="4203347" y="3933123"/>
                </a:lnTo>
                <a:lnTo>
                  <a:pt x="4320890" y="4119360"/>
                </a:lnTo>
                <a:lnTo>
                  <a:pt x="4389457" y="4119360"/>
                </a:lnTo>
                <a:lnTo>
                  <a:pt x="4389457" y="3804273"/>
                </a:lnTo>
                <a:lnTo>
                  <a:pt x="4320890" y="3804273"/>
                </a:lnTo>
                <a:lnTo>
                  <a:pt x="4320890" y="3987261"/>
                </a:lnTo>
                <a:lnTo>
                  <a:pt x="4204435" y="3804273"/>
                </a:lnTo>
                <a:close/>
                <a:moveTo>
                  <a:pt x="7854786" y="3796695"/>
                </a:moveTo>
                <a:cubicBezTo>
                  <a:pt x="7877642" y="3796695"/>
                  <a:pt x="7888526" y="3811854"/>
                  <a:pt x="7889613" y="3828096"/>
                </a:cubicBezTo>
                <a:lnTo>
                  <a:pt x="7819958" y="3828096"/>
                </a:lnTo>
                <a:cubicBezTo>
                  <a:pt x="7821048" y="3812937"/>
                  <a:pt x="7834106" y="3796695"/>
                  <a:pt x="7854786" y="3796695"/>
                </a:cubicBezTo>
                <a:close/>
                <a:moveTo>
                  <a:pt x="7365024" y="3796695"/>
                </a:moveTo>
                <a:cubicBezTo>
                  <a:pt x="7387880" y="3796695"/>
                  <a:pt x="7398764" y="3811854"/>
                  <a:pt x="7399851" y="3828096"/>
                </a:cubicBezTo>
                <a:lnTo>
                  <a:pt x="7330196" y="3828096"/>
                </a:lnTo>
                <a:cubicBezTo>
                  <a:pt x="7331286" y="3812937"/>
                  <a:pt x="7344344" y="3796695"/>
                  <a:pt x="7365024" y="3796695"/>
                </a:cubicBezTo>
                <a:close/>
                <a:moveTo>
                  <a:pt x="6713100" y="3796695"/>
                </a:moveTo>
                <a:cubicBezTo>
                  <a:pt x="6735956" y="3796695"/>
                  <a:pt x="6746840" y="3811854"/>
                  <a:pt x="6747927" y="3828096"/>
                </a:cubicBezTo>
                <a:lnTo>
                  <a:pt x="6678272" y="3828096"/>
                </a:lnTo>
                <a:cubicBezTo>
                  <a:pt x="6679362" y="3812937"/>
                  <a:pt x="6692423" y="3796695"/>
                  <a:pt x="6713100" y="3796695"/>
                </a:cubicBezTo>
                <a:close/>
                <a:moveTo>
                  <a:pt x="7227892" y="3772872"/>
                </a:moveTo>
                <a:lnTo>
                  <a:pt x="7227892" y="3912552"/>
                </a:lnTo>
                <a:lnTo>
                  <a:pt x="7261632" y="3912552"/>
                </a:lnTo>
                <a:lnTo>
                  <a:pt x="7261632" y="3772872"/>
                </a:lnTo>
                <a:close/>
                <a:moveTo>
                  <a:pt x="6475838" y="3772872"/>
                </a:moveTo>
                <a:lnTo>
                  <a:pt x="6475838" y="3912552"/>
                </a:lnTo>
                <a:lnTo>
                  <a:pt x="6509578" y="3912552"/>
                </a:lnTo>
                <a:lnTo>
                  <a:pt x="6509578" y="3772872"/>
                </a:lnTo>
                <a:close/>
                <a:moveTo>
                  <a:pt x="8002802" y="3768542"/>
                </a:moveTo>
                <a:cubicBezTo>
                  <a:pt x="7973416" y="3768542"/>
                  <a:pt x="7950560" y="3789114"/>
                  <a:pt x="7950560" y="3814019"/>
                </a:cubicBezTo>
                <a:cubicBezTo>
                  <a:pt x="7950560" y="3833509"/>
                  <a:pt x="7963620" y="3849750"/>
                  <a:pt x="7988654" y="3855163"/>
                </a:cubicBezTo>
                <a:lnTo>
                  <a:pt x="8009331" y="3859494"/>
                </a:lnTo>
                <a:cubicBezTo>
                  <a:pt x="8020214" y="3861659"/>
                  <a:pt x="8025656" y="3867075"/>
                  <a:pt x="8025656" y="3874653"/>
                </a:cubicBezTo>
                <a:cubicBezTo>
                  <a:pt x="8025656" y="3883316"/>
                  <a:pt x="8019127" y="3890895"/>
                  <a:pt x="8004979" y="3890895"/>
                </a:cubicBezTo>
                <a:cubicBezTo>
                  <a:pt x="7987564" y="3890895"/>
                  <a:pt x="7977771" y="3880068"/>
                  <a:pt x="7976681" y="3867075"/>
                </a:cubicBezTo>
                <a:lnTo>
                  <a:pt x="7947295" y="3873570"/>
                </a:lnTo>
                <a:cubicBezTo>
                  <a:pt x="7948385" y="3889812"/>
                  <a:pt x="7964710" y="3915800"/>
                  <a:pt x="8004979" y="3915800"/>
                </a:cubicBezTo>
                <a:cubicBezTo>
                  <a:pt x="8040894" y="3915800"/>
                  <a:pt x="8058309" y="3893060"/>
                  <a:pt x="8058309" y="3871405"/>
                </a:cubicBezTo>
                <a:cubicBezTo>
                  <a:pt x="8058309" y="3850833"/>
                  <a:pt x="8044158" y="3834591"/>
                  <a:pt x="8018040" y="3829178"/>
                </a:cubicBezTo>
                <a:lnTo>
                  <a:pt x="7996270" y="3824845"/>
                </a:lnTo>
                <a:cubicBezTo>
                  <a:pt x="7987564" y="3823763"/>
                  <a:pt x="7982123" y="3818350"/>
                  <a:pt x="7982123" y="3810769"/>
                </a:cubicBezTo>
                <a:cubicBezTo>
                  <a:pt x="7982123" y="3802108"/>
                  <a:pt x="7990829" y="3794530"/>
                  <a:pt x="8002802" y="3794530"/>
                </a:cubicBezTo>
                <a:cubicBezTo>
                  <a:pt x="8021304" y="3794530"/>
                  <a:pt x="8027833" y="3807521"/>
                  <a:pt x="8028923" y="3815102"/>
                </a:cubicBezTo>
                <a:lnTo>
                  <a:pt x="8057219" y="3807521"/>
                </a:lnTo>
                <a:cubicBezTo>
                  <a:pt x="8055042" y="3793445"/>
                  <a:pt x="8041984" y="3768542"/>
                  <a:pt x="8002802" y="3768542"/>
                </a:cubicBezTo>
                <a:close/>
                <a:moveTo>
                  <a:pt x="7855875" y="3768542"/>
                </a:moveTo>
                <a:cubicBezTo>
                  <a:pt x="7819958" y="3768542"/>
                  <a:pt x="7787308" y="3797778"/>
                  <a:pt x="7787308" y="3842170"/>
                </a:cubicBezTo>
                <a:cubicBezTo>
                  <a:pt x="7787308" y="3889812"/>
                  <a:pt x="7821048" y="3916883"/>
                  <a:pt x="7859140" y="3916883"/>
                </a:cubicBezTo>
                <a:cubicBezTo>
                  <a:pt x="7892877" y="3916883"/>
                  <a:pt x="7914647" y="3897393"/>
                  <a:pt x="7922263" y="3872488"/>
                </a:cubicBezTo>
                <a:lnTo>
                  <a:pt x="7892877" y="3863827"/>
                </a:lnTo>
                <a:cubicBezTo>
                  <a:pt x="7888526" y="3877903"/>
                  <a:pt x="7878730" y="3888730"/>
                  <a:pt x="7858050" y="3888730"/>
                </a:cubicBezTo>
                <a:cubicBezTo>
                  <a:pt x="7837373" y="3888730"/>
                  <a:pt x="7821048" y="3873571"/>
                  <a:pt x="7819958" y="3851916"/>
                </a:cubicBezTo>
                <a:lnTo>
                  <a:pt x="7923353" y="3851916"/>
                </a:lnTo>
                <a:cubicBezTo>
                  <a:pt x="7924440" y="3850833"/>
                  <a:pt x="7924440" y="3846503"/>
                  <a:pt x="7924440" y="3841087"/>
                </a:cubicBezTo>
                <a:cubicBezTo>
                  <a:pt x="7924440" y="3796695"/>
                  <a:pt x="7899409" y="3768542"/>
                  <a:pt x="7855875" y="3768542"/>
                </a:cubicBezTo>
                <a:close/>
                <a:moveTo>
                  <a:pt x="7700239" y="3768542"/>
                </a:moveTo>
                <a:cubicBezTo>
                  <a:pt x="7659970" y="3768542"/>
                  <a:pt x="7628407" y="3799943"/>
                  <a:pt x="7628407" y="3843252"/>
                </a:cubicBezTo>
                <a:cubicBezTo>
                  <a:pt x="7628407" y="3886564"/>
                  <a:pt x="7659970" y="3917965"/>
                  <a:pt x="7701326" y="3917965"/>
                </a:cubicBezTo>
                <a:cubicBezTo>
                  <a:pt x="7738331" y="3917965"/>
                  <a:pt x="7759010" y="3894142"/>
                  <a:pt x="7765539" y="3872488"/>
                </a:cubicBezTo>
                <a:lnTo>
                  <a:pt x="7736154" y="3861659"/>
                </a:lnTo>
                <a:cubicBezTo>
                  <a:pt x="7732889" y="3872488"/>
                  <a:pt x="7723096" y="3887647"/>
                  <a:pt x="7701326" y="3887647"/>
                </a:cubicBezTo>
                <a:cubicBezTo>
                  <a:pt x="7680649" y="3887647"/>
                  <a:pt x="7662147" y="3871405"/>
                  <a:pt x="7662147" y="3843252"/>
                </a:cubicBezTo>
                <a:cubicBezTo>
                  <a:pt x="7662147" y="3815102"/>
                  <a:pt x="7679560" y="3799943"/>
                  <a:pt x="7700239" y="3798860"/>
                </a:cubicBezTo>
                <a:cubicBezTo>
                  <a:pt x="7720918" y="3798860"/>
                  <a:pt x="7730712" y="3812937"/>
                  <a:pt x="7733979" y="3824845"/>
                </a:cubicBezTo>
                <a:lnTo>
                  <a:pt x="7764452" y="3814019"/>
                </a:lnTo>
                <a:cubicBezTo>
                  <a:pt x="7759010" y="3792362"/>
                  <a:pt x="7738331" y="3768542"/>
                  <a:pt x="7700239" y="3768542"/>
                </a:cubicBezTo>
                <a:close/>
                <a:moveTo>
                  <a:pt x="7543517" y="3768542"/>
                </a:moveTo>
                <a:cubicBezTo>
                  <a:pt x="7528280" y="3768542"/>
                  <a:pt x="7510867" y="3775038"/>
                  <a:pt x="7502158" y="3791279"/>
                </a:cubicBezTo>
                <a:lnTo>
                  <a:pt x="7502158" y="3772873"/>
                </a:lnTo>
                <a:lnTo>
                  <a:pt x="7469508" y="3772873"/>
                </a:lnTo>
                <a:lnTo>
                  <a:pt x="7469508" y="3912552"/>
                </a:lnTo>
                <a:lnTo>
                  <a:pt x="7502158" y="3912552"/>
                </a:lnTo>
                <a:lnTo>
                  <a:pt x="7502158" y="3832426"/>
                </a:lnTo>
                <a:cubicBezTo>
                  <a:pt x="7502158" y="3814019"/>
                  <a:pt x="7511954" y="3798860"/>
                  <a:pt x="7531544" y="3798860"/>
                </a:cubicBezTo>
                <a:cubicBezTo>
                  <a:pt x="7553311" y="3798860"/>
                  <a:pt x="7560930" y="3812937"/>
                  <a:pt x="7560930" y="3830261"/>
                </a:cubicBezTo>
                <a:lnTo>
                  <a:pt x="7560930" y="3912552"/>
                </a:lnTo>
                <a:lnTo>
                  <a:pt x="7594670" y="3912552"/>
                </a:lnTo>
                <a:lnTo>
                  <a:pt x="7594670" y="3823763"/>
                </a:lnTo>
                <a:cubicBezTo>
                  <a:pt x="7594670" y="3793445"/>
                  <a:pt x="7578345" y="3768542"/>
                  <a:pt x="7543517" y="3768542"/>
                </a:cubicBezTo>
                <a:close/>
                <a:moveTo>
                  <a:pt x="7366113" y="3768542"/>
                </a:moveTo>
                <a:cubicBezTo>
                  <a:pt x="7330196" y="3768542"/>
                  <a:pt x="7297546" y="3797778"/>
                  <a:pt x="7297546" y="3842170"/>
                </a:cubicBezTo>
                <a:cubicBezTo>
                  <a:pt x="7297546" y="3889812"/>
                  <a:pt x="7331286" y="3916883"/>
                  <a:pt x="7369378" y="3916883"/>
                </a:cubicBezTo>
                <a:cubicBezTo>
                  <a:pt x="7403115" y="3916883"/>
                  <a:pt x="7424885" y="3897393"/>
                  <a:pt x="7432501" y="3872488"/>
                </a:cubicBezTo>
                <a:lnTo>
                  <a:pt x="7403115" y="3863827"/>
                </a:lnTo>
                <a:cubicBezTo>
                  <a:pt x="7398764" y="3877903"/>
                  <a:pt x="7388968" y="3888730"/>
                  <a:pt x="7368288" y="3888730"/>
                </a:cubicBezTo>
                <a:cubicBezTo>
                  <a:pt x="7347611" y="3888730"/>
                  <a:pt x="7331286" y="3873571"/>
                  <a:pt x="7330196" y="3851916"/>
                </a:cubicBezTo>
                <a:lnTo>
                  <a:pt x="7433591" y="3851916"/>
                </a:lnTo>
                <a:cubicBezTo>
                  <a:pt x="7434678" y="3850833"/>
                  <a:pt x="7434678" y="3846503"/>
                  <a:pt x="7434678" y="3841087"/>
                </a:cubicBezTo>
                <a:cubicBezTo>
                  <a:pt x="7434678" y="3796695"/>
                  <a:pt x="7409647" y="3768542"/>
                  <a:pt x="7366113" y="3768542"/>
                </a:cubicBezTo>
                <a:close/>
                <a:moveTo>
                  <a:pt x="7128851" y="3768542"/>
                </a:moveTo>
                <a:cubicBezTo>
                  <a:pt x="7088582" y="3768542"/>
                  <a:pt x="7057019" y="3799943"/>
                  <a:pt x="7057019" y="3843252"/>
                </a:cubicBezTo>
                <a:cubicBezTo>
                  <a:pt x="7057019" y="3886564"/>
                  <a:pt x="7088582" y="3917965"/>
                  <a:pt x="7129938" y="3917965"/>
                </a:cubicBezTo>
                <a:cubicBezTo>
                  <a:pt x="7166943" y="3917965"/>
                  <a:pt x="7187622" y="3894142"/>
                  <a:pt x="7194151" y="3872488"/>
                </a:cubicBezTo>
                <a:lnTo>
                  <a:pt x="7164766" y="3861659"/>
                </a:lnTo>
                <a:cubicBezTo>
                  <a:pt x="7161501" y="3872488"/>
                  <a:pt x="7151708" y="3887647"/>
                  <a:pt x="7129938" y="3887647"/>
                </a:cubicBezTo>
                <a:cubicBezTo>
                  <a:pt x="7109261" y="3887647"/>
                  <a:pt x="7090759" y="3871405"/>
                  <a:pt x="7090759" y="3843252"/>
                </a:cubicBezTo>
                <a:cubicBezTo>
                  <a:pt x="7090759" y="3815102"/>
                  <a:pt x="7108172" y="3799943"/>
                  <a:pt x="7128851" y="3798860"/>
                </a:cubicBezTo>
                <a:cubicBezTo>
                  <a:pt x="7149530" y="3798860"/>
                  <a:pt x="7159324" y="3812937"/>
                  <a:pt x="7162591" y="3824845"/>
                </a:cubicBezTo>
                <a:lnTo>
                  <a:pt x="7193064" y="3814019"/>
                </a:lnTo>
                <a:cubicBezTo>
                  <a:pt x="7187622" y="3792362"/>
                  <a:pt x="7166943" y="3768542"/>
                  <a:pt x="7128851" y="3768542"/>
                </a:cubicBezTo>
                <a:close/>
                <a:moveTo>
                  <a:pt x="6714189" y="3768542"/>
                </a:moveTo>
                <a:cubicBezTo>
                  <a:pt x="6678272" y="3768542"/>
                  <a:pt x="6645622" y="3797778"/>
                  <a:pt x="6645622" y="3842170"/>
                </a:cubicBezTo>
                <a:cubicBezTo>
                  <a:pt x="6645622" y="3889812"/>
                  <a:pt x="6679362" y="3916883"/>
                  <a:pt x="6717454" y="3916883"/>
                </a:cubicBezTo>
                <a:cubicBezTo>
                  <a:pt x="6751194" y="3916883"/>
                  <a:pt x="6772961" y="3897393"/>
                  <a:pt x="6780579" y="3872488"/>
                </a:cubicBezTo>
                <a:lnTo>
                  <a:pt x="6751194" y="3863827"/>
                </a:lnTo>
                <a:cubicBezTo>
                  <a:pt x="6746840" y="3877903"/>
                  <a:pt x="6737044" y="3888730"/>
                  <a:pt x="6716367" y="3888730"/>
                </a:cubicBezTo>
                <a:cubicBezTo>
                  <a:pt x="6695687" y="3888730"/>
                  <a:pt x="6679362" y="3873571"/>
                  <a:pt x="6678272" y="3851916"/>
                </a:cubicBezTo>
                <a:lnTo>
                  <a:pt x="6781667" y="3851916"/>
                </a:lnTo>
                <a:cubicBezTo>
                  <a:pt x="6782754" y="3850833"/>
                  <a:pt x="6782754" y="3846503"/>
                  <a:pt x="6782754" y="3841087"/>
                </a:cubicBezTo>
                <a:cubicBezTo>
                  <a:pt x="6782754" y="3796695"/>
                  <a:pt x="6757723" y="3768542"/>
                  <a:pt x="6714189" y="3768542"/>
                </a:cubicBezTo>
                <a:close/>
                <a:moveTo>
                  <a:pt x="6314761" y="3708988"/>
                </a:moveTo>
                <a:lnTo>
                  <a:pt x="6314761" y="3912549"/>
                </a:lnTo>
                <a:lnTo>
                  <a:pt x="6443187" y="3912549"/>
                </a:lnTo>
                <a:lnTo>
                  <a:pt x="6443187" y="3880066"/>
                </a:lnTo>
                <a:lnTo>
                  <a:pt x="6349589" y="3880066"/>
                </a:lnTo>
                <a:lnTo>
                  <a:pt x="6349589" y="3708988"/>
                </a:lnTo>
                <a:close/>
                <a:moveTo>
                  <a:pt x="6957981" y="3704658"/>
                </a:moveTo>
                <a:cubicBezTo>
                  <a:pt x="6919889" y="3704658"/>
                  <a:pt x="6888326" y="3732811"/>
                  <a:pt x="6888326" y="3767460"/>
                </a:cubicBezTo>
                <a:cubicBezTo>
                  <a:pt x="6888326" y="3797778"/>
                  <a:pt x="6909006" y="3818350"/>
                  <a:pt x="6940566" y="3824846"/>
                </a:cubicBezTo>
                <a:lnTo>
                  <a:pt x="6969952" y="3831344"/>
                </a:lnTo>
                <a:cubicBezTo>
                  <a:pt x="6987366" y="3834592"/>
                  <a:pt x="6997162" y="3845418"/>
                  <a:pt x="6997162" y="3858412"/>
                </a:cubicBezTo>
                <a:cubicBezTo>
                  <a:pt x="6997162" y="3874653"/>
                  <a:pt x="6985189" y="3886564"/>
                  <a:pt x="6960158" y="3886564"/>
                </a:cubicBezTo>
                <a:cubicBezTo>
                  <a:pt x="6930772" y="3886564"/>
                  <a:pt x="6915535" y="3867075"/>
                  <a:pt x="6913357" y="3845418"/>
                </a:cubicBezTo>
                <a:lnTo>
                  <a:pt x="6880707" y="3854081"/>
                </a:lnTo>
                <a:cubicBezTo>
                  <a:pt x="6883972" y="3883317"/>
                  <a:pt x="6907916" y="3916883"/>
                  <a:pt x="6960158" y="3916883"/>
                </a:cubicBezTo>
                <a:cubicBezTo>
                  <a:pt x="7006956" y="3916883"/>
                  <a:pt x="7033077" y="3886564"/>
                  <a:pt x="7033077" y="3855164"/>
                </a:cubicBezTo>
                <a:cubicBezTo>
                  <a:pt x="7033077" y="3827011"/>
                  <a:pt x="7013488" y="3804273"/>
                  <a:pt x="6977570" y="3796695"/>
                </a:cubicBezTo>
                <a:lnTo>
                  <a:pt x="6948185" y="3790197"/>
                </a:lnTo>
                <a:cubicBezTo>
                  <a:pt x="6931860" y="3786949"/>
                  <a:pt x="6924241" y="3777203"/>
                  <a:pt x="6924241" y="3764212"/>
                </a:cubicBezTo>
                <a:cubicBezTo>
                  <a:pt x="6924241" y="3749053"/>
                  <a:pt x="6938391" y="3734976"/>
                  <a:pt x="6959068" y="3734976"/>
                </a:cubicBezTo>
                <a:cubicBezTo>
                  <a:pt x="6986279" y="3734976"/>
                  <a:pt x="6997162" y="3753383"/>
                  <a:pt x="6999337" y="3766377"/>
                </a:cubicBezTo>
                <a:lnTo>
                  <a:pt x="7029813" y="3756631"/>
                </a:lnTo>
                <a:cubicBezTo>
                  <a:pt x="7025458" y="3733894"/>
                  <a:pt x="7005869" y="3704658"/>
                  <a:pt x="6957981" y="3704658"/>
                </a:cubicBezTo>
                <a:close/>
                <a:moveTo>
                  <a:pt x="6612973" y="3703575"/>
                </a:moveTo>
                <a:cubicBezTo>
                  <a:pt x="6584674" y="3703575"/>
                  <a:pt x="6563995" y="3721982"/>
                  <a:pt x="6563995" y="3753383"/>
                </a:cubicBezTo>
                <a:lnTo>
                  <a:pt x="6563995" y="3772872"/>
                </a:lnTo>
                <a:lnTo>
                  <a:pt x="6538963" y="3772872"/>
                </a:lnTo>
                <a:lnTo>
                  <a:pt x="6538963" y="3802108"/>
                </a:lnTo>
                <a:lnTo>
                  <a:pt x="6563995" y="3802108"/>
                </a:lnTo>
                <a:lnTo>
                  <a:pt x="6563995" y="3912549"/>
                </a:lnTo>
                <a:lnTo>
                  <a:pt x="6597735" y="3912549"/>
                </a:lnTo>
                <a:lnTo>
                  <a:pt x="6597735" y="3802108"/>
                </a:lnTo>
                <a:lnTo>
                  <a:pt x="6630385" y="3802108"/>
                </a:lnTo>
                <a:lnTo>
                  <a:pt x="6630385" y="3772872"/>
                </a:lnTo>
                <a:lnTo>
                  <a:pt x="6597735" y="3772872"/>
                </a:lnTo>
                <a:lnTo>
                  <a:pt x="6597735" y="3754465"/>
                </a:lnTo>
                <a:cubicBezTo>
                  <a:pt x="6597735" y="3737141"/>
                  <a:pt x="6608618" y="3732811"/>
                  <a:pt x="6618414" y="3733893"/>
                </a:cubicBezTo>
                <a:cubicBezTo>
                  <a:pt x="6624944" y="3733893"/>
                  <a:pt x="6628208" y="3734976"/>
                  <a:pt x="6630385" y="3734976"/>
                </a:cubicBezTo>
                <a:lnTo>
                  <a:pt x="6630385" y="3706823"/>
                </a:lnTo>
                <a:cubicBezTo>
                  <a:pt x="6628208" y="3705740"/>
                  <a:pt x="6621679" y="3703575"/>
                  <a:pt x="6612973" y="3703575"/>
                </a:cubicBezTo>
                <a:close/>
                <a:moveTo>
                  <a:pt x="7244217" y="3701410"/>
                </a:moveTo>
                <a:cubicBezTo>
                  <a:pt x="7232246" y="3701410"/>
                  <a:pt x="7222450" y="3711156"/>
                  <a:pt x="7222450" y="3723065"/>
                </a:cubicBezTo>
                <a:cubicBezTo>
                  <a:pt x="7222450" y="3734976"/>
                  <a:pt x="7232246" y="3744722"/>
                  <a:pt x="7244217" y="3744722"/>
                </a:cubicBezTo>
                <a:cubicBezTo>
                  <a:pt x="7256191" y="3744722"/>
                  <a:pt x="7265984" y="3734976"/>
                  <a:pt x="7265984" y="3723065"/>
                </a:cubicBezTo>
                <a:cubicBezTo>
                  <a:pt x="7265984" y="3711156"/>
                  <a:pt x="7256191" y="3701410"/>
                  <a:pt x="7244217" y="3701410"/>
                </a:cubicBezTo>
                <a:close/>
                <a:moveTo>
                  <a:pt x="6492163" y="3701410"/>
                </a:moveTo>
                <a:cubicBezTo>
                  <a:pt x="6480192" y="3701410"/>
                  <a:pt x="6470396" y="3711156"/>
                  <a:pt x="6470396" y="3723065"/>
                </a:cubicBezTo>
                <a:cubicBezTo>
                  <a:pt x="6470396" y="3734976"/>
                  <a:pt x="6480192" y="3744722"/>
                  <a:pt x="6492163" y="3744722"/>
                </a:cubicBezTo>
                <a:cubicBezTo>
                  <a:pt x="6504137" y="3744722"/>
                  <a:pt x="6513930" y="3734976"/>
                  <a:pt x="6513930" y="3723065"/>
                </a:cubicBezTo>
                <a:cubicBezTo>
                  <a:pt x="6513930" y="3711156"/>
                  <a:pt x="6504137" y="3701410"/>
                  <a:pt x="6492163" y="3701410"/>
                </a:cubicBezTo>
                <a:close/>
                <a:moveTo>
                  <a:pt x="4644132" y="3481608"/>
                </a:moveTo>
                <a:lnTo>
                  <a:pt x="4644132" y="3796694"/>
                </a:lnTo>
                <a:lnTo>
                  <a:pt x="4713787" y="3796694"/>
                </a:lnTo>
                <a:lnTo>
                  <a:pt x="4713787" y="3618036"/>
                </a:lnTo>
                <a:lnTo>
                  <a:pt x="4778000" y="3792362"/>
                </a:lnTo>
                <a:lnTo>
                  <a:pt x="4829154" y="3792362"/>
                </a:lnTo>
                <a:lnTo>
                  <a:pt x="4893366" y="3620202"/>
                </a:lnTo>
                <a:lnTo>
                  <a:pt x="4893366" y="3796694"/>
                </a:lnTo>
                <a:lnTo>
                  <a:pt x="4961933" y="3796694"/>
                </a:lnTo>
                <a:lnTo>
                  <a:pt x="4961933" y="3481608"/>
                </a:lnTo>
                <a:lnTo>
                  <a:pt x="4878128" y="3481608"/>
                </a:lnTo>
                <a:lnTo>
                  <a:pt x="4804121" y="3679755"/>
                </a:lnTo>
                <a:lnTo>
                  <a:pt x="4731200" y="3481608"/>
                </a:lnTo>
                <a:close/>
                <a:moveTo>
                  <a:pt x="7813428" y="3412310"/>
                </a:moveTo>
                <a:cubicBezTo>
                  <a:pt x="7834107" y="3412310"/>
                  <a:pt x="7852610" y="3427469"/>
                  <a:pt x="7852610" y="3456702"/>
                </a:cubicBezTo>
                <a:cubicBezTo>
                  <a:pt x="7852610" y="3485938"/>
                  <a:pt x="7834107" y="3501097"/>
                  <a:pt x="7813428" y="3501097"/>
                </a:cubicBezTo>
                <a:cubicBezTo>
                  <a:pt x="7792751" y="3501097"/>
                  <a:pt x="7774248" y="3485938"/>
                  <a:pt x="7774248" y="3456702"/>
                </a:cubicBezTo>
                <a:cubicBezTo>
                  <a:pt x="7774248" y="3427469"/>
                  <a:pt x="7792751" y="3412310"/>
                  <a:pt x="7813428" y="3412310"/>
                </a:cubicBezTo>
                <a:close/>
                <a:moveTo>
                  <a:pt x="6968862" y="3410145"/>
                </a:moveTo>
                <a:cubicBezTo>
                  <a:pt x="6991718" y="3410145"/>
                  <a:pt x="7002602" y="3425304"/>
                  <a:pt x="7003689" y="3441544"/>
                </a:cubicBezTo>
                <a:lnTo>
                  <a:pt x="6934034" y="3441544"/>
                </a:lnTo>
                <a:cubicBezTo>
                  <a:pt x="6935124" y="3426387"/>
                  <a:pt x="6948185" y="3410145"/>
                  <a:pt x="6968862" y="3410145"/>
                </a:cubicBezTo>
                <a:close/>
                <a:moveTo>
                  <a:pt x="6741398" y="3387406"/>
                </a:moveTo>
                <a:lnTo>
                  <a:pt x="6799082" y="3527083"/>
                </a:lnTo>
                <a:lnTo>
                  <a:pt x="6832820" y="3527083"/>
                </a:lnTo>
                <a:lnTo>
                  <a:pt x="6886149" y="3387406"/>
                </a:lnTo>
                <a:lnTo>
                  <a:pt x="6851322" y="3387406"/>
                </a:lnTo>
                <a:lnTo>
                  <a:pt x="6815407" y="3487021"/>
                </a:lnTo>
                <a:lnTo>
                  <a:pt x="6778403" y="3387406"/>
                </a:lnTo>
                <a:close/>
                <a:moveTo>
                  <a:pt x="7323667" y="3387405"/>
                </a:moveTo>
                <a:lnTo>
                  <a:pt x="7323667" y="3527085"/>
                </a:lnTo>
                <a:lnTo>
                  <a:pt x="7357407" y="3527085"/>
                </a:lnTo>
                <a:lnTo>
                  <a:pt x="7357407" y="3387405"/>
                </a:lnTo>
                <a:close/>
                <a:moveTo>
                  <a:pt x="6680450" y="3387405"/>
                </a:moveTo>
                <a:lnTo>
                  <a:pt x="6680450" y="3527085"/>
                </a:lnTo>
                <a:lnTo>
                  <a:pt x="6714190" y="3527085"/>
                </a:lnTo>
                <a:lnTo>
                  <a:pt x="6714190" y="3387405"/>
                </a:lnTo>
                <a:close/>
                <a:moveTo>
                  <a:pt x="7495629" y="3386323"/>
                </a:moveTo>
                <a:lnTo>
                  <a:pt x="7555488" y="3509758"/>
                </a:lnTo>
                <a:lnTo>
                  <a:pt x="7521750" y="3583389"/>
                </a:lnTo>
                <a:lnTo>
                  <a:pt x="7558755" y="3583389"/>
                </a:lnTo>
                <a:lnTo>
                  <a:pt x="7648000" y="3386323"/>
                </a:lnTo>
                <a:lnTo>
                  <a:pt x="7612085" y="3386323"/>
                </a:lnTo>
                <a:lnTo>
                  <a:pt x="7573990" y="3475110"/>
                </a:lnTo>
                <a:lnTo>
                  <a:pt x="7533721" y="3386323"/>
                </a:lnTo>
                <a:close/>
                <a:moveTo>
                  <a:pt x="7146266" y="3386323"/>
                </a:moveTo>
                <a:cubicBezTo>
                  <a:pt x="7127763" y="3386323"/>
                  <a:pt x="7112528" y="3394986"/>
                  <a:pt x="7105996" y="3410143"/>
                </a:cubicBezTo>
                <a:lnTo>
                  <a:pt x="7105996" y="3387406"/>
                </a:lnTo>
                <a:lnTo>
                  <a:pt x="7073346" y="3387406"/>
                </a:lnTo>
                <a:lnTo>
                  <a:pt x="7073346" y="3527082"/>
                </a:lnTo>
                <a:lnTo>
                  <a:pt x="7107086" y="3527082"/>
                </a:lnTo>
                <a:lnTo>
                  <a:pt x="7107086" y="3459950"/>
                </a:lnTo>
                <a:cubicBezTo>
                  <a:pt x="7107086" y="3433965"/>
                  <a:pt x="7119057" y="3418806"/>
                  <a:pt x="7145178" y="3418806"/>
                </a:cubicBezTo>
                <a:lnTo>
                  <a:pt x="7154974" y="3419781"/>
                </a:lnTo>
                <a:lnTo>
                  <a:pt x="7154974" y="3419889"/>
                </a:lnTo>
                <a:lnTo>
                  <a:pt x="7156062" y="3419889"/>
                </a:lnTo>
                <a:lnTo>
                  <a:pt x="7154974" y="3419781"/>
                </a:lnTo>
                <a:lnTo>
                  <a:pt x="7154974" y="3387406"/>
                </a:lnTo>
                <a:cubicBezTo>
                  <a:pt x="7153884" y="3387406"/>
                  <a:pt x="7150620" y="3386323"/>
                  <a:pt x="7146266" y="3386323"/>
                </a:cubicBezTo>
                <a:close/>
                <a:moveTo>
                  <a:pt x="6969951" y="3383075"/>
                </a:moveTo>
                <a:cubicBezTo>
                  <a:pt x="6934034" y="3383075"/>
                  <a:pt x="6901384" y="3412311"/>
                  <a:pt x="6901384" y="3456703"/>
                </a:cubicBezTo>
                <a:cubicBezTo>
                  <a:pt x="6901384" y="3504345"/>
                  <a:pt x="6935124" y="3531416"/>
                  <a:pt x="6973216" y="3531416"/>
                </a:cubicBezTo>
                <a:cubicBezTo>
                  <a:pt x="7006956" y="3531416"/>
                  <a:pt x="7028723" y="3511926"/>
                  <a:pt x="7036341" y="3487021"/>
                </a:cubicBezTo>
                <a:lnTo>
                  <a:pt x="7006956" y="3478360"/>
                </a:lnTo>
                <a:cubicBezTo>
                  <a:pt x="7002602" y="3492436"/>
                  <a:pt x="6992806" y="3503263"/>
                  <a:pt x="6972129" y="3503263"/>
                </a:cubicBezTo>
                <a:cubicBezTo>
                  <a:pt x="6951449" y="3503263"/>
                  <a:pt x="6935124" y="3488104"/>
                  <a:pt x="6934034" y="3466449"/>
                </a:cubicBezTo>
                <a:lnTo>
                  <a:pt x="7037429" y="3466449"/>
                </a:lnTo>
                <a:cubicBezTo>
                  <a:pt x="7038516" y="3465366"/>
                  <a:pt x="7038516" y="3461036"/>
                  <a:pt x="7038516" y="3455620"/>
                </a:cubicBezTo>
                <a:cubicBezTo>
                  <a:pt x="7038516" y="3411228"/>
                  <a:pt x="7013485" y="3383075"/>
                  <a:pt x="6969951" y="3383075"/>
                </a:cubicBezTo>
                <a:close/>
                <a:moveTo>
                  <a:pt x="6584674" y="3383075"/>
                </a:moveTo>
                <a:cubicBezTo>
                  <a:pt x="6569437" y="3383075"/>
                  <a:pt x="6552024" y="3389571"/>
                  <a:pt x="6543315" y="3405812"/>
                </a:cubicBezTo>
                <a:lnTo>
                  <a:pt x="6543315" y="3387406"/>
                </a:lnTo>
                <a:lnTo>
                  <a:pt x="6510665" y="3387406"/>
                </a:lnTo>
                <a:lnTo>
                  <a:pt x="6510665" y="3527085"/>
                </a:lnTo>
                <a:lnTo>
                  <a:pt x="6544405" y="3527085"/>
                </a:lnTo>
                <a:lnTo>
                  <a:pt x="6544405" y="3446959"/>
                </a:lnTo>
                <a:cubicBezTo>
                  <a:pt x="6544405" y="3428552"/>
                  <a:pt x="6554199" y="3413393"/>
                  <a:pt x="6573791" y="3413393"/>
                </a:cubicBezTo>
                <a:cubicBezTo>
                  <a:pt x="6594468" y="3413393"/>
                  <a:pt x="6602087" y="3427470"/>
                  <a:pt x="6602087" y="3444794"/>
                </a:cubicBezTo>
                <a:lnTo>
                  <a:pt x="6602087" y="3527085"/>
                </a:lnTo>
                <a:lnTo>
                  <a:pt x="6635827" y="3527085"/>
                </a:lnTo>
                <a:lnTo>
                  <a:pt x="6635827" y="3438296"/>
                </a:lnTo>
                <a:cubicBezTo>
                  <a:pt x="6635827" y="3407978"/>
                  <a:pt x="6619502" y="3383075"/>
                  <a:pt x="6584674" y="3383075"/>
                </a:cubicBezTo>
                <a:close/>
                <a:moveTo>
                  <a:pt x="7813428" y="3381992"/>
                </a:moveTo>
                <a:cubicBezTo>
                  <a:pt x="7770981" y="3381992"/>
                  <a:pt x="7740508" y="3413393"/>
                  <a:pt x="7740508" y="3456702"/>
                </a:cubicBezTo>
                <a:cubicBezTo>
                  <a:pt x="7740508" y="3500014"/>
                  <a:pt x="7772071" y="3531415"/>
                  <a:pt x="7813428" y="3531415"/>
                </a:cubicBezTo>
                <a:cubicBezTo>
                  <a:pt x="7855874" y="3531415"/>
                  <a:pt x="7886350" y="3500014"/>
                  <a:pt x="7886350" y="3456702"/>
                </a:cubicBezTo>
                <a:cubicBezTo>
                  <a:pt x="7886350" y="3413393"/>
                  <a:pt x="7854787" y="3381992"/>
                  <a:pt x="7813428" y="3381992"/>
                </a:cubicBezTo>
                <a:close/>
                <a:moveTo>
                  <a:pt x="7231158" y="3381992"/>
                </a:moveTo>
                <a:cubicBezTo>
                  <a:pt x="7201772" y="3381992"/>
                  <a:pt x="7178916" y="3402564"/>
                  <a:pt x="7178916" y="3427469"/>
                </a:cubicBezTo>
                <a:cubicBezTo>
                  <a:pt x="7178916" y="3446959"/>
                  <a:pt x="7191976" y="3463201"/>
                  <a:pt x="7217010" y="3468614"/>
                </a:cubicBezTo>
                <a:lnTo>
                  <a:pt x="7237687" y="3472944"/>
                </a:lnTo>
                <a:cubicBezTo>
                  <a:pt x="7248570" y="3475112"/>
                  <a:pt x="7254012" y="3480525"/>
                  <a:pt x="7254012" y="3488103"/>
                </a:cubicBezTo>
                <a:cubicBezTo>
                  <a:pt x="7254012" y="3496767"/>
                  <a:pt x="7247483" y="3504345"/>
                  <a:pt x="7233335" y="3504345"/>
                </a:cubicBezTo>
                <a:cubicBezTo>
                  <a:pt x="7215920" y="3504345"/>
                  <a:pt x="7206127" y="3493519"/>
                  <a:pt x="7205037" y="3480525"/>
                </a:cubicBezTo>
                <a:lnTo>
                  <a:pt x="7175651" y="3488103"/>
                </a:lnTo>
                <a:cubicBezTo>
                  <a:pt x="7176741" y="3504345"/>
                  <a:pt x="7193066" y="3530333"/>
                  <a:pt x="7233335" y="3530333"/>
                </a:cubicBezTo>
                <a:cubicBezTo>
                  <a:pt x="7269250" y="3530333"/>
                  <a:pt x="7286665" y="3507595"/>
                  <a:pt x="7286665" y="3485938"/>
                </a:cubicBezTo>
                <a:cubicBezTo>
                  <a:pt x="7286665" y="3465366"/>
                  <a:pt x="7272514" y="3449124"/>
                  <a:pt x="7246396" y="3443711"/>
                </a:cubicBezTo>
                <a:lnTo>
                  <a:pt x="7224626" y="3439378"/>
                </a:lnTo>
                <a:cubicBezTo>
                  <a:pt x="7215920" y="3437213"/>
                  <a:pt x="7210479" y="3431800"/>
                  <a:pt x="7210479" y="3424221"/>
                </a:cubicBezTo>
                <a:cubicBezTo>
                  <a:pt x="7210479" y="3415558"/>
                  <a:pt x="7219185" y="3407980"/>
                  <a:pt x="7231158" y="3407980"/>
                </a:cubicBezTo>
                <a:cubicBezTo>
                  <a:pt x="7249660" y="3407980"/>
                  <a:pt x="7256189" y="3420971"/>
                  <a:pt x="7257279" y="3428552"/>
                </a:cubicBezTo>
                <a:lnTo>
                  <a:pt x="7285575" y="3420971"/>
                </a:lnTo>
                <a:cubicBezTo>
                  <a:pt x="7283398" y="3406897"/>
                  <a:pt x="7270340" y="3381992"/>
                  <a:pt x="7231158" y="3381992"/>
                </a:cubicBezTo>
                <a:close/>
                <a:moveTo>
                  <a:pt x="7415089" y="3344096"/>
                </a:moveTo>
                <a:lnTo>
                  <a:pt x="7415089" y="3364668"/>
                </a:lnTo>
                <a:cubicBezTo>
                  <a:pt x="7415089" y="3376579"/>
                  <a:pt x="7408560" y="3386323"/>
                  <a:pt x="7393322" y="3386323"/>
                </a:cubicBezTo>
                <a:lnTo>
                  <a:pt x="7385703" y="3386323"/>
                </a:lnTo>
                <a:lnTo>
                  <a:pt x="7385703" y="3415558"/>
                </a:lnTo>
                <a:lnTo>
                  <a:pt x="7411824" y="3415558"/>
                </a:lnTo>
                <a:lnTo>
                  <a:pt x="7411824" y="3485938"/>
                </a:lnTo>
                <a:cubicBezTo>
                  <a:pt x="7411824" y="3511926"/>
                  <a:pt x="7428149" y="3527085"/>
                  <a:pt x="7454270" y="3527085"/>
                </a:cubicBezTo>
                <a:cubicBezTo>
                  <a:pt x="7466241" y="3527085"/>
                  <a:pt x="7472772" y="3524919"/>
                  <a:pt x="7474947" y="3523837"/>
                </a:cubicBezTo>
                <a:lnTo>
                  <a:pt x="7474947" y="3496766"/>
                </a:lnTo>
                <a:cubicBezTo>
                  <a:pt x="7472772" y="3496766"/>
                  <a:pt x="7467331" y="3497849"/>
                  <a:pt x="7462977" y="3497849"/>
                </a:cubicBezTo>
                <a:cubicBezTo>
                  <a:pt x="7451006" y="3497849"/>
                  <a:pt x="7445562" y="3492436"/>
                  <a:pt x="7445562" y="3480525"/>
                </a:cubicBezTo>
                <a:lnTo>
                  <a:pt x="7445562" y="3415558"/>
                </a:lnTo>
                <a:lnTo>
                  <a:pt x="7474947" y="3415558"/>
                </a:lnTo>
                <a:lnTo>
                  <a:pt x="7474947" y="3386323"/>
                </a:lnTo>
                <a:lnTo>
                  <a:pt x="7445562" y="3386323"/>
                </a:lnTo>
                <a:lnTo>
                  <a:pt x="7445562" y="3344096"/>
                </a:lnTo>
                <a:close/>
                <a:moveTo>
                  <a:pt x="6312584" y="3322439"/>
                </a:moveTo>
                <a:lnTo>
                  <a:pt x="6312584" y="3455620"/>
                </a:lnTo>
                <a:cubicBezTo>
                  <a:pt x="6312584" y="3505428"/>
                  <a:pt x="6346324" y="3531413"/>
                  <a:pt x="6388768" y="3531413"/>
                </a:cubicBezTo>
                <a:cubicBezTo>
                  <a:pt x="6431215" y="3531413"/>
                  <a:pt x="6464955" y="3504345"/>
                  <a:pt x="6464955" y="3455620"/>
                </a:cubicBezTo>
                <a:lnTo>
                  <a:pt x="6464955" y="3322439"/>
                </a:lnTo>
                <a:lnTo>
                  <a:pt x="6430127" y="3322439"/>
                </a:lnTo>
                <a:lnTo>
                  <a:pt x="6430127" y="3453455"/>
                </a:lnTo>
                <a:cubicBezTo>
                  <a:pt x="6430127" y="3481606"/>
                  <a:pt x="6413802" y="3497847"/>
                  <a:pt x="6387681" y="3497847"/>
                </a:cubicBezTo>
                <a:cubicBezTo>
                  <a:pt x="6362649" y="3497847"/>
                  <a:pt x="6346324" y="3482691"/>
                  <a:pt x="6346324" y="3453455"/>
                </a:cubicBezTo>
                <a:lnTo>
                  <a:pt x="6346324" y="3322439"/>
                </a:lnTo>
                <a:close/>
                <a:moveTo>
                  <a:pt x="7978859" y="3317026"/>
                </a:moveTo>
                <a:cubicBezTo>
                  <a:pt x="7950560" y="3317026"/>
                  <a:pt x="7929881" y="3335433"/>
                  <a:pt x="7929881" y="3366834"/>
                </a:cubicBezTo>
                <a:lnTo>
                  <a:pt x="7929881" y="3386323"/>
                </a:lnTo>
                <a:lnTo>
                  <a:pt x="7904849" y="3386323"/>
                </a:lnTo>
                <a:lnTo>
                  <a:pt x="7904849" y="3415559"/>
                </a:lnTo>
                <a:lnTo>
                  <a:pt x="7929881" y="3415559"/>
                </a:lnTo>
                <a:lnTo>
                  <a:pt x="7929881" y="3526000"/>
                </a:lnTo>
                <a:lnTo>
                  <a:pt x="7963621" y="3526000"/>
                </a:lnTo>
                <a:lnTo>
                  <a:pt x="7963621" y="3415559"/>
                </a:lnTo>
                <a:lnTo>
                  <a:pt x="7996271" y="3415559"/>
                </a:lnTo>
                <a:lnTo>
                  <a:pt x="7996271" y="3386323"/>
                </a:lnTo>
                <a:lnTo>
                  <a:pt x="7963621" y="3386323"/>
                </a:lnTo>
                <a:lnTo>
                  <a:pt x="7963621" y="3367916"/>
                </a:lnTo>
                <a:cubicBezTo>
                  <a:pt x="7963621" y="3350592"/>
                  <a:pt x="7975594" y="3347344"/>
                  <a:pt x="7984300" y="3347344"/>
                </a:cubicBezTo>
                <a:cubicBezTo>
                  <a:pt x="7990830" y="3347344"/>
                  <a:pt x="7994094" y="3347344"/>
                  <a:pt x="7996271" y="3348427"/>
                </a:cubicBezTo>
                <a:lnTo>
                  <a:pt x="7996271" y="3320274"/>
                </a:lnTo>
                <a:cubicBezTo>
                  <a:pt x="7994094" y="3319191"/>
                  <a:pt x="7987565" y="3317026"/>
                  <a:pt x="7978859" y="3317026"/>
                </a:cubicBezTo>
                <a:close/>
                <a:moveTo>
                  <a:pt x="7339992" y="3315943"/>
                </a:moveTo>
                <a:cubicBezTo>
                  <a:pt x="7328021" y="3315943"/>
                  <a:pt x="7318225" y="3325689"/>
                  <a:pt x="7318225" y="3337598"/>
                </a:cubicBezTo>
                <a:cubicBezTo>
                  <a:pt x="7318225" y="3349509"/>
                  <a:pt x="7328021" y="3359255"/>
                  <a:pt x="7339992" y="3359255"/>
                </a:cubicBezTo>
                <a:cubicBezTo>
                  <a:pt x="7351966" y="3359255"/>
                  <a:pt x="7361759" y="3349509"/>
                  <a:pt x="7361759" y="3337598"/>
                </a:cubicBezTo>
                <a:cubicBezTo>
                  <a:pt x="7361759" y="3325689"/>
                  <a:pt x="7351966" y="3315943"/>
                  <a:pt x="7339992" y="3315943"/>
                </a:cubicBezTo>
                <a:close/>
                <a:moveTo>
                  <a:pt x="6696775" y="3315943"/>
                </a:moveTo>
                <a:cubicBezTo>
                  <a:pt x="6685892" y="3315943"/>
                  <a:pt x="6675008" y="3325689"/>
                  <a:pt x="6675008" y="3337598"/>
                </a:cubicBezTo>
                <a:cubicBezTo>
                  <a:pt x="6675008" y="3349509"/>
                  <a:pt x="6684804" y="3359255"/>
                  <a:pt x="6696775" y="3359255"/>
                </a:cubicBezTo>
                <a:cubicBezTo>
                  <a:pt x="6708749" y="3359255"/>
                  <a:pt x="6718542" y="3349509"/>
                  <a:pt x="6718542" y="3337598"/>
                </a:cubicBezTo>
                <a:cubicBezTo>
                  <a:pt x="6718542" y="3325689"/>
                  <a:pt x="6708749" y="3315943"/>
                  <a:pt x="6696775" y="3315943"/>
                </a:cubicBezTo>
                <a:close/>
                <a:moveTo>
                  <a:pt x="5214431" y="3220659"/>
                </a:moveTo>
                <a:lnTo>
                  <a:pt x="5275379" y="3220659"/>
                </a:lnTo>
                <a:cubicBezTo>
                  <a:pt x="5318913" y="3220659"/>
                  <a:pt x="5318913" y="3247729"/>
                  <a:pt x="5318913" y="3256390"/>
                </a:cubicBezTo>
                <a:cubicBezTo>
                  <a:pt x="5318913" y="3283460"/>
                  <a:pt x="5291705" y="3287790"/>
                  <a:pt x="5274290" y="3287790"/>
                </a:cubicBezTo>
                <a:lnTo>
                  <a:pt x="5214431" y="3287790"/>
                </a:lnTo>
                <a:close/>
                <a:moveTo>
                  <a:pt x="5662834" y="3147031"/>
                </a:moveTo>
                <a:lnTo>
                  <a:pt x="5662834" y="3607208"/>
                </a:lnTo>
                <a:lnTo>
                  <a:pt x="5285175" y="3607208"/>
                </a:lnTo>
                <a:lnTo>
                  <a:pt x="5285175" y="3481608"/>
                </a:lnTo>
                <a:lnTo>
                  <a:pt x="5216608" y="3481608"/>
                </a:lnTo>
                <a:lnTo>
                  <a:pt x="5216608" y="3607208"/>
                </a:lnTo>
                <a:lnTo>
                  <a:pt x="5090359" y="3607208"/>
                </a:lnTo>
                <a:lnTo>
                  <a:pt x="5090359" y="3675422"/>
                </a:lnTo>
                <a:lnTo>
                  <a:pt x="5216608" y="3675422"/>
                </a:lnTo>
                <a:lnTo>
                  <a:pt x="5216608" y="4051145"/>
                </a:lnTo>
                <a:lnTo>
                  <a:pt x="4542915" y="4051145"/>
                </a:lnTo>
                <a:lnTo>
                  <a:pt x="4542915" y="4119360"/>
                </a:lnTo>
                <a:lnTo>
                  <a:pt x="5259054" y="4119360"/>
                </a:lnTo>
                <a:cubicBezTo>
                  <a:pt x="5273202" y="4119360"/>
                  <a:pt x="5285175" y="4107448"/>
                  <a:pt x="5285175" y="4093372"/>
                </a:cubicBezTo>
                <a:lnTo>
                  <a:pt x="5285175" y="3675422"/>
                </a:lnTo>
                <a:lnTo>
                  <a:pt x="5705281" y="3675422"/>
                </a:lnTo>
                <a:cubicBezTo>
                  <a:pt x="5719428" y="3675422"/>
                  <a:pt x="5731400" y="3663513"/>
                  <a:pt x="5731400" y="3649437"/>
                </a:cubicBezTo>
                <a:lnTo>
                  <a:pt x="5731400" y="3147031"/>
                </a:lnTo>
                <a:close/>
                <a:moveTo>
                  <a:pt x="5215520" y="3099389"/>
                </a:moveTo>
                <a:lnTo>
                  <a:pt x="5275379" y="3099389"/>
                </a:lnTo>
                <a:cubicBezTo>
                  <a:pt x="5300410" y="3099389"/>
                  <a:pt x="5313471" y="3110217"/>
                  <a:pt x="5313471" y="3129707"/>
                </a:cubicBezTo>
                <a:cubicBezTo>
                  <a:pt x="5313471" y="3142701"/>
                  <a:pt x="5310206" y="3158942"/>
                  <a:pt x="5276467" y="3158942"/>
                </a:cubicBezTo>
                <a:lnTo>
                  <a:pt x="5215520" y="3158942"/>
                </a:lnTo>
                <a:close/>
                <a:moveTo>
                  <a:pt x="7555488" y="3075569"/>
                </a:moveTo>
                <a:lnTo>
                  <a:pt x="7555488" y="3082065"/>
                </a:lnTo>
                <a:cubicBezTo>
                  <a:pt x="7555488" y="3109135"/>
                  <a:pt x="7539163" y="3118879"/>
                  <a:pt x="7520660" y="3118879"/>
                </a:cubicBezTo>
                <a:cubicBezTo>
                  <a:pt x="7507600" y="3118879"/>
                  <a:pt x="7499983" y="3110218"/>
                  <a:pt x="7499983" y="3100472"/>
                </a:cubicBezTo>
                <a:cubicBezTo>
                  <a:pt x="7499983" y="3088561"/>
                  <a:pt x="7508690" y="3083148"/>
                  <a:pt x="7518486" y="3080982"/>
                </a:cubicBezTo>
                <a:close/>
                <a:moveTo>
                  <a:pt x="5144777" y="3036588"/>
                </a:moveTo>
                <a:lnTo>
                  <a:pt x="5144777" y="3352757"/>
                </a:lnTo>
                <a:lnTo>
                  <a:pt x="5272115" y="3352757"/>
                </a:lnTo>
                <a:cubicBezTo>
                  <a:pt x="5301500" y="3352757"/>
                  <a:pt x="5331973" y="3350592"/>
                  <a:pt x="5357005" y="3331102"/>
                </a:cubicBezTo>
                <a:cubicBezTo>
                  <a:pt x="5378774" y="3313778"/>
                  <a:pt x="5390746" y="3288873"/>
                  <a:pt x="5390746" y="3257475"/>
                </a:cubicBezTo>
                <a:cubicBezTo>
                  <a:pt x="5390746" y="3229322"/>
                  <a:pt x="5377684" y="3204417"/>
                  <a:pt x="5355918" y="3189258"/>
                </a:cubicBezTo>
                <a:cubicBezTo>
                  <a:pt x="5376597" y="3173019"/>
                  <a:pt x="5385303" y="3147031"/>
                  <a:pt x="5384215" y="3125376"/>
                </a:cubicBezTo>
                <a:cubicBezTo>
                  <a:pt x="5384215" y="3097224"/>
                  <a:pt x="5370065" y="3069071"/>
                  <a:pt x="5346121" y="3053912"/>
                </a:cubicBezTo>
                <a:cubicBezTo>
                  <a:pt x="5327619" y="3042003"/>
                  <a:pt x="5303675" y="3036588"/>
                  <a:pt x="5272115" y="3036588"/>
                </a:cubicBezTo>
                <a:close/>
                <a:moveTo>
                  <a:pt x="7282311" y="3026844"/>
                </a:moveTo>
                <a:cubicBezTo>
                  <a:pt x="7302990" y="3026844"/>
                  <a:pt x="7318226" y="3042003"/>
                  <a:pt x="7318226" y="3065823"/>
                </a:cubicBezTo>
                <a:cubicBezTo>
                  <a:pt x="7318226" y="3089645"/>
                  <a:pt x="7304078" y="3105884"/>
                  <a:pt x="7282311" y="3105884"/>
                </a:cubicBezTo>
                <a:cubicBezTo>
                  <a:pt x="7259454" y="3105884"/>
                  <a:pt x="7245306" y="3090728"/>
                  <a:pt x="7245306" y="3065823"/>
                </a:cubicBezTo>
                <a:cubicBezTo>
                  <a:pt x="7245306" y="3042003"/>
                  <a:pt x="7260544" y="3026844"/>
                  <a:pt x="7282311" y="3026844"/>
                </a:cubicBezTo>
                <a:close/>
                <a:moveTo>
                  <a:pt x="6597733" y="3025761"/>
                </a:moveTo>
                <a:cubicBezTo>
                  <a:pt x="6618412" y="3025761"/>
                  <a:pt x="6636915" y="3040920"/>
                  <a:pt x="6636915" y="3070153"/>
                </a:cubicBezTo>
                <a:cubicBezTo>
                  <a:pt x="6636915" y="3099389"/>
                  <a:pt x="6618412" y="3114548"/>
                  <a:pt x="6597733" y="3114548"/>
                </a:cubicBezTo>
                <a:cubicBezTo>
                  <a:pt x="6577056" y="3114548"/>
                  <a:pt x="6558553" y="3099389"/>
                  <a:pt x="6558553" y="3070153"/>
                </a:cubicBezTo>
                <a:cubicBezTo>
                  <a:pt x="6558553" y="3040920"/>
                  <a:pt x="6577056" y="3025761"/>
                  <a:pt x="6597733" y="3025761"/>
                </a:cubicBezTo>
                <a:close/>
                <a:moveTo>
                  <a:pt x="7116881" y="3023596"/>
                </a:moveTo>
                <a:cubicBezTo>
                  <a:pt x="7139737" y="3023596"/>
                  <a:pt x="7150621" y="3038753"/>
                  <a:pt x="7151708" y="3054995"/>
                </a:cubicBezTo>
                <a:lnTo>
                  <a:pt x="7082053" y="3054995"/>
                </a:lnTo>
                <a:cubicBezTo>
                  <a:pt x="7083143" y="3039838"/>
                  <a:pt x="7096204" y="3023596"/>
                  <a:pt x="7116881" y="3023596"/>
                </a:cubicBezTo>
                <a:close/>
                <a:moveTo>
                  <a:pt x="7395499" y="3000856"/>
                </a:moveTo>
                <a:lnTo>
                  <a:pt x="7395499" y="3140536"/>
                </a:lnTo>
                <a:lnTo>
                  <a:pt x="7429239" y="3140536"/>
                </a:lnTo>
                <a:lnTo>
                  <a:pt x="7429239" y="3000856"/>
                </a:lnTo>
                <a:close/>
                <a:moveTo>
                  <a:pt x="6805611" y="3000856"/>
                </a:moveTo>
                <a:lnTo>
                  <a:pt x="6851322" y="3140533"/>
                </a:lnTo>
                <a:lnTo>
                  <a:pt x="6886149" y="3140533"/>
                </a:lnTo>
                <a:lnTo>
                  <a:pt x="6919889" y="3039835"/>
                </a:lnTo>
                <a:lnTo>
                  <a:pt x="6954716" y="3140533"/>
                </a:lnTo>
                <a:lnTo>
                  <a:pt x="6988454" y="3140533"/>
                </a:lnTo>
                <a:lnTo>
                  <a:pt x="7033077" y="3000856"/>
                </a:lnTo>
                <a:lnTo>
                  <a:pt x="6999337" y="3000856"/>
                </a:lnTo>
                <a:lnTo>
                  <a:pt x="6971041" y="3097224"/>
                </a:lnTo>
                <a:lnTo>
                  <a:pt x="6938391" y="3000856"/>
                </a:lnTo>
                <a:lnTo>
                  <a:pt x="6902474" y="3000856"/>
                </a:lnTo>
                <a:lnTo>
                  <a:pt x="6869824" y="3097224"/>
                </a:lnTo>
                <a:lnTo>
                  <a:pt x="6841526" y="3000856"/>
                </a:lnTo>
                <a:close/>
                <a:moveTo>
                  <a:pt x="6779491" y="2999774"/>
                </a:moveTo>
                <a:cubicBezTo>
                  <a:pt x="6760988" y="2999774"/>
                  <a:pt x="6745753" y="3008437"/>
                  <a:pt x="6739221" y="3023594"/>
                </a:cubicBezTo>
                <a:lnTo>
                  <a:pt x="6739221" y="3000857"/>
                </a:lnTo>
                <a:lnTo>
                  <a:pt x="6706571" y="3000857"/>
                </a:lnTo>
                <a:lnTo>
                  <a:pt x="6706571" y="3140533"/>
                </a:lnTo>
                <a:lnTo>
                  <a:pt x="6740311" y="3140533"/>
                </a:lnTo>
                <a:lnTo>
                  <a:pt x="6740311" y="3073401"/>
                </a:lnTo>
                <a:cubicBezTo>
                  <a:pt x="6740311" y="3047416"/>
                  <a:pt x="6752282" y="3032257"/>
                  <a:pt x="6778403" y="3032257"/>
                </a:cubicBezTo>
                <a:lnTo>
                  <a:pt x="6788199" y="3033232"/>
                </a:lnTo>
                <a:lnTo>
                  <a:pt x="6788199" y="3033340"/>
                </a:lnTo>
                <a:lnTo>
                  <a:pt x="6789287" y="3033340"/>
                </a:lnTo>
                <a:lnTo>
                  <a:pt x="6788199" y="3033232"/>
                </a:lnTo>
                <a:lnTo>
                  <a:pt x="6788199" y="3000857"/>
                </a:lnTo>
                <a:cubicBezTo>
                  <a:pt x="6787109" y="3000857"/>
                  <a:pt x="6783845" y="2999774"/>
                  <a:pt x="6779491" y="2999774"/>
                </a:cubicBezTo>
                <a:close/>
                <a:moveTo>
                  <a:pt x="7275782" y="2997608"/>
                </a:moveTo>
                <a:cubicBezTo>
                  <a:pt x="7236600" y="2997608"/>
                  <a:pt x="7210479" y="3027926"/>
                  <a:pt x="7210479" y="3065823"/>
                </a:cubicBezTo>
                <a:cubicBezTo>
                  <a:pt x="7210479" y="3104802"/>
                  <a:pt x="7238777" y="3134037"/>
                  <a:pt x="7275782" y="3134037"/>
                </a:cubicBezTo>
                <a:cubicBezTo>
                  <a:pt x="7296459" y="3134037"/>
                  <a:pt x="7310609" y="3124293"/>
                  <a:pt x="7317138" y="3113465"/>
                </a:cubicBezTo>
                <a:lnTo>
                  <a:pt x="7317138" y="3128624"/>
                </a:lnTo>
                <a:cubicBezTo>
                  <a:pt x="7317138" y="3157859"/>
                  <a:pt x="7302990" y="3170851"/>
                  <a:pt x="7276869" y="3170851"/>
                </a:cubicBezTo>
                <a:cubicBezTo>
                  <a:pt x="7258367" y="3170851"/>
                  <a:pt x="7244219" y="3157859"/>
                  <a:pt x="7242042" y="3140535"/>
                </a:cubicBezTo>
                <a:lnTo>
                  <a:pt x="7210479" y="3149196"/>
                </a:lnTo>
                <a:cubicBezTo>
                  <a:pt x="7214834" y="3177349"/>
                  <a:pt x="7240955" y="3200086"/>
                  <a:pt x="7277957" y="3200086"/>
                </a:cubicBezTo>
                <a:cubicBezTo>
                  <a:pt x="7330199" y="3200086"/>
                  <a:pt x="7349788" y="3165438"/>
                  <a:pt x="7349788" y="3127541"/>
                </a:cubicBezTo>
                <a:lnTo>
                  <a:pt x="7349788" y="3000856"/>
                </a:lnTo>
                <a:lnTo>
                  <a:pt x="7317138" y="3000856"/>
                </a:lnTo>
                <a:lnTo>
                  <a:pt x="7317138" y="3018180"/>
                </a:lnTo>
                <a:cubicBezTo>
                  <a:pt x="7311696" y="3006271"/>
                  <a:pt x="7297549" y="2997608"/>
                  <a:pt x="7275782" y="2997608"/>
                </a:cubicBezTo>
                <a:close/>
                <a:moveTo>
                  <a:pt x="7706770" y="2996526"/>
                </a:moveTo>
                <a:cubicBezTo>
                  <a:pt x="7691533" y="2996526"/>
                  <a:pt x="7674120" y="3003022"/>
                  <a:pt x="7665411" y="3019263"/>
                </a:cubicBezTo>
                <a:lnTo>
                  <a:pt x="7665411" y="3000857"/>
                </a:lnTo>
                <a:lnTo>
                  <a:pt x="7632761" y="3000857"/>
                </a:lnTo>
                <a:lnTo>
                  <a:pt x="7632761" y="3140536"/>
                </a:lnTo>
                <a:lnTo>
                  <a:pt x="7665411" y="3140536"/>
                </a:lnTo>
                <a:lnTo>
                  <a:pt x="7665411" y="3060410"/>
                </a:lnTo>
                <a:cubicBezTo>
                  <a:pt x="7665411" y="3042003"/>
                  <a:pt x="7675207" y="3026844"/>
                  <a:pt x="7694797" y="3026844"/>
                </a:cubicBezTo>
                <a:cubicBezTo>
                  <a:pt x="7716564" y="3026844"/>
                  <a:pt x="7724183" y="3040921"/>
                  <a:pt x="7724183" y="3058245"/>
                </a:cubicBezTo>
                <a:lnTo>
                  <a:pt x="7724183" y="3140536"/>
                </a:lnTo>
                <a:lnTo>
                  <a:pt x="7757923" y="3140536"/>
                </a:lnTo>
                <a:lnTo>
                  <a:pt x="7757923" y="3051747"/>
                </a:lnTo>
                <a:cubicBezTo>
                  <a:pt x="7757923" y="3021429"/>
                  <a:pt x="7741598" y="2996526"/>
                  <a:pt x="7706770" y="2996526"/>
                </a:cubicBezTo>
                <a:close/>
                <a:moveTo>
                  <a:pt x="7528279" y="2996526"/>
                </a:moveTo>
                <a:cubicBezTo>
                  <a:pt x="7494542" y="2996526"/>
                  <a:pt x="7471685" y="3018181"/>
                  <a:pt x="7469508" y="3042003"/>
                </a:cubicBezTo>
                <a:lnTo>
                  <a:pt x="7499983" y="3048499"/>
                </a:lnTo>
                <a:cubicBezTo>
                  <a:pt x="7502158" y="3034423"/>
                  <a:pt x="7511954" y="3023596"/>
                  <a:pt x="7529369" y="3023596"/>
                </a:cubicBezTo>
                <a:cubicBezTo>
                  <a:pt x="7547871" y="3023596"/>
                  <a:pt x="7555488" y="3033340"/>
                  <a:pt x="7555488" y="3045251"/>
                </a:cubicBezTo>
                <a:cubicBezTo>
                  <a:pt x="7555488" y="3049582"/>
                  <a:pt x="7552223" y="3053912"/>
                  <a:pt x="7544604" y="3054995"/>
                </a:cubicBezTo>
                <a:lnTo>
                  <a:pt x="7508690" y="3060410"/>
                </a:lnTo>
                <a:cubicBezTo>
                  <a:pt x="7484746" y="3063658"/>
                  <a:pt x="7466243" y="3077735"/>
                  <a:pt x="7466243" y="3102637"/>
                </a:cubicBezTo>
                <a:cubicBezTo>
                  <a:pt x="7466243" y="3124294"/>
                  <a:pt x="7484746" y="3144867"/>
                  <a:pt x="7514131" y="3144867"/>
                </a:cubicBezTo>
                <a:cubicBezTo>
                  <a:pt x="7536986" y="3144867"/>
                  <a:pt x="7551136" y="3134038"/>
                  <a:pt x="7557665" y="3123212"/>
                </a:cubicBezTo>
                <a:cubicBezTo>
                  <a:pt x="7557665" y="3134038"/>
                  <a:pt x="7558755" y="3139453"/>
                  <a:pt x="7558755" y="3140536"/>
                </a:cubicBezTo>
                <a:lnTo>
                  <a:pt x="7590315" y="3140536"/>
                </a:lnTo>
                <a:cubicBezTo>
                  <a:pt x="7589228" y="3138368"/>
                  <a:pt x="7588140" y="3130790"/>
                  <a:pt x="7588140" y="3117796"/>
                </a:cubicBezTo>
                <a:lnTo>
                  <a:pt x="7588140" y="3048499"/>
                </a:lnTo>
                <a:cubicBezTo>
                  <a:pt x="7588140" y="3021429"/>
                  <a:pt x="7571813" y="2996526"/>
                  <a:pt x="7528279" y="2996526"/>
                </a:cubicBezTo>
                <a:close/>
                <a:moveTo>
                  <a:pt x="7117970" y="2996526"/>
                </a:moveTo>
                <a:cubicBezTo>
                  <a:pt x="7082053" y="2996526"/>
                  <a:pt x="7049403" y="3025762"/>
                  <a:pt x="7049403" y="3070154"/>
                </a:cubicBezTo>
                <a:cubicBezTo>
                  <a:pt x="7049403" y="3117796"/>
                  <a:pt x="7083143" y="3144867"/>
                  <a:pt x="7121235" y="3144867"/>
                </a:cubicBezTo>
                <a:cubicBezTo>
                  <a:pt x="7154975" y="3144867"/>
                  <a:pt x="7176742" y="3125377"/>
                  <a:pt x="7184360" y="3100472"/>
                </a:cubicBezTo>
                <a:lnTo>
                  <a:pt x="7154975" y="3091811"/>
                </a:lnTo>
                <a:cubicBezTo>
                  <a:pt x="7150621" y="3105885"/>
                  <a:pt x="7140825" y="3116714"/>
                  <a:pt x="7120148" y="3116714"/>
                </a:cubicBezTo>
                <a:cubicBezTo>
                  <a:pt x="7099468" y="3116714"/>
                  <a:pt x="7083143" y="3101555"/>
                  <a:pt x="7082053" y="3079900"/>
                </a:cubicBezTo>
                <a:lnTo>
                  <a:pt x="7185448" y="3079900"/>
                </a:lnTo>
                <a:cubicBezTo>
                  <a:pt x="7186535" y="3078817"/>
                  <a:pt x="7186535" y="3074487"/>
                  <a:pt x="7186535" y="3069071"/>
                </a:cubicBezTo>
                <a:cubicBezTo>
                  <a:pt x="7186535" y="3024679"/>
                  <a:pt x="7161504" y="2996526"/>
                  <a:pt x="7117970" y="2996526"/>
                </a:cubicBezTo>
                <a:close/>
                <a:moveTo>
                  <a:pt x="6597733" y="2995443"/>
                </a:moveTo>
                <a:cubicBezTo>
                  <a:pt x="6555286" y="2995443"/>
                  <a:pt x="6524813" y="3026844"/>
                  <a:pt x="6524813" y="3070153"/>
                </a:cubicBezTo>
                <a:cubicBezTo>
                  <a:pt x="6524813" y="3113465"/>
                  <a:pt x="6556376" y="3144866"/>
                  <a:pt x="6597733" y="3144866"/>
                </a:cubicBezTo>
                <a:cubicBezTo>
                  <a:pt x="6640179" y="3144866"/>
                  <a:pt x="6670655" y="3113465"/>
                  <a:pt x="6670655" y="3070153"/>
                </a:cubicBezTo>
                <a:cubicBezTo>
                  <a:pt x="6670655" y="3027926"/>
                  <a:pt x="6640179" y="2996526"/>
                  <a:pt x="6597733" y="2995443"/>
                </a:cubicBezTo>
                <a:close/>
                <a:moveTo>
                  <a:pt x="6314761" y="2936972"/>
                </a:moveTo>
                <a:lnTo>
                  <a:pt x="6314761" y="3140533"/>
                </a:lnTo>
                <a:lnTo>
                  <a:pt x="6349589" y="3140533"/>
                </a:lnTo>
                <a:lnTo>
                  <a:pt x="6349589" y="2985697"/>
                </a:lnTo>
                <a:lnTo>
                  <a:pt x="6450806" y="3140533"/>
                </a:lnTo>
                <a:lnTo>
                  <a:pt x="6487811" y="3140533"/>
                </a:lnTo>
                <a:lnTo>
                  <a:pt x="6487811" y="2936972"/>
                </a:lnTo>
                <a:lnTo>
                  <a:pt x="6452983" y="2936972"/>
                </a:lnTo>
                <a:lnTo>
                  <a:pt x="6452983" y="3082065"/>
                </a:lnTo>
                <a:lnTo>
                  <a:pt x="6359385" y="2936972"/>
                </a:lnTo>
                <a:close/>
                <a:moveTo>
                  <a:pt x="7411824" y="2929394"/>
                </a:moveTo>
                <a:cubicBezTo>
                  <a:pt x="7399853" y="2929394"/>
                  <a:pt x="7390057" y="2939140"/>
                  <a:pt x="7390057" y="2951049"/>
                </a:cubicBezTo>
                <a:cubicBezTo>
                  <a:pt x="7390057" y="2962960"/>
                  <a:pt x="7399853" y="2972706"/>
                  <a:pt x="7411824" y="2972706"/>
                </a:cubicBezTo>
                <a:cubicBezTo>
                  <a:pt x="7423798" y="2972706"/>
                  <a:pt x="7433591" y="2962960"/>
                  <a:pt x="7433591" y="2951049"/>
                </a:cubicBezTo>
                <a:cubicBezTo>
                  <a:pt x="7433591" y="2939140"/>
                  <a:pt x="7423798" y="2929394"/>
                  <a:pt x="7411824" y="2929394"/>
                </a:cubicBezTo>
                <a:close/>
                <a:moveTo>
                  <a:pt x="4792149" y="2713922"/>
                </a:moveTo>
                <a:cubicBezTo>
                  <a:pt x="4778000" y="2713922"/>
                  <a:pt x="4766027" y="2725833"/>
                  <a:pt x="4766027" y="2739910"/>
                </a:cubicBezTo>
                <a:lnTo>
                  <a:pt x="4766027" y="3157860"/>
                </a:lnTo>
                <a:lnTo>
                  <a:pt x="4345921" y="3157860"/>
                </a:lnTo>
                <a:cubicBezTo>
                  <a:pt x="4331773" y="3157860"/>
                  <a:pt x="4319803" y="3169769"/>
                  <a:pt x="4319803" y="3183845"/>
                </a:cubicBezTo>
                <a:lnTo>
                  <a:pt x="4319803" y="3675422"/>
                </a:lnTo>
                <a:lnTo>
                  <a:pt x="4388368" y="3675422"/>
                </a:lnTo>
                <a:lnTo>
                  <a:pt x="4388368" y="3226074"/>
                </a:lnTo>
                <a:lnTo>
                  <a:pt x="4766027" y="3226074"/>
                </a:lnTo>
                <a:lnTo>
                  <a:pt x="4766027" y="3352757"/>
                </a:lnTo>
                <a:lnTo>
                  <a:pt x="4834595" y="3352757"/>
                </a:lnTo>
                <a:lnTo>
                  <a:pt x="4834595" y="3226074"/>
                </a:lnTo>
                <a:lnTo>
                  <a:pt x="4961933" y="3226074"/>
                </a:lnTo>
                <a:lnTo>
                  <a:pt x="4961933" y="3157860"/>
                </a:lnTo>
                <a:lnTo>
                  <a:pt x="4834595" y="3157860"/>
                </a:lnTo>
                <a:lnTo>
                  <a:pt x="4834595" y="2782137"/>
                </a:lnTo>
                <a:lnTo>
                  <a:pt x="5490872" y="2782137"/>
                </a:lnTo>
                <a:lnTo>
                  <a:pt x="5490872" y="2713922"/>
                </a:lnTo>
                <a:close/>
                <a:moveTo>
                  <a:pt x="5644333" y="2711757"/>
                </a:moveTo>
                <a:lnTo>
                  <a:pt x="5644333" y="2904489"/>
                </a:lnTo>
                <a:cubicBezTo>
                  <a:pt x="5644333" y="2983532"/>
                  <a:pt x="5692220" y="3033340"/>
                  <a:pt x="5770581" y="3033340"/>
                </a:cubicBezTo>
                <a:cubicBezTo>
                  <a:pt x="5850032" y="3033340"/>
                  <a:pt x="5896830" y="2985697"/>
                  <a:pt x="5896830" y="2904489"/>
                </a:cubicBezTo>
                <a:lnTo>
                  <a:pt x="5896830" y="2711757"/>
                </a:lnTo>
                <a:lnTo>
                  <a:pt x="5826088" y="2711757"/>
                </a:lnTo>
                <a:lnTo>
                  <a:pt x="5826088" y="2903406"/>
                </a:lnTo>
                <a:cubicBezTo>
                  <a:pt x="5826088" y="2932642"/>
                  <a:pt x="5816292" y="2967291"/>
                  <a:pt x="5770581" y="2967291"/>
                </a:cubicBezTo>
                <a:cubicBezTo>
                  <a:pt x="5724870" y="2967291"/>
                  <a:pt x="5715074" y="2932642"/>
                  <a:pt x="5715074" y="2903406"/>
                </a:cubicBezTo>
                <a:lnTo>
                  <a:pt x="5715074" y="271175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nb-NO"/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7D935F9B-2F57-5BBA-DE42-B8B56EB025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512752" y="3054341"/>
            <a:ext cx="5588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02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uten bilde -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>
            <a:extLst>
              <a:ext uri="{FF2B5EF4-FFF2-40B4-BE49-F238E27FC236}">
                <a16:creationId xmlns:a16="http://schemas.microsoft.com/office/drawing/2014/main" id="{FE32C244-AF1E-749C-5DA0-9FE2B85920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tel 1">
            <a:extLst>
              <a:ext uri="{FF2B5EF4-FFF2-40B4-BE49-F238E27FC236}">
                <a16:creationId xmlns:a16="http://schemas.microsoft.com/office/drawing/2014/main" id="{1BEA29E6-1196-5263-9143-7070FA09AB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4087"/>
            <a:ext cx="7410253" cy="1452596"/>
          </a:xfrm>
        </p:spPr>
        <p:txBody>
          <a:bodyPr anchor="b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cxnSp>
        <p:nvCxnSpPr>
          <p:cNvPr id="14" name="Rett linje 13">
            <a:extLst>
              <a:ext uri="{FF2B5EF4-FFF2-40B4-BE49-F238E27FC236}">
                <a16:creationId xmlns:a16="http://schemas.microsoft.com/office/drawing/2014/main" id="{8D3C9B68-5CD0-DAB2-7277-7E709D0BB6FA}"/>
              </a:ext>
            </a:extLst>
          </p:cNvPr>
          <p:cNvCxnSpPr>
            <a:cxnSpLocks/>
          </p:cNvCxnSpPr>
          <p:nvPr userDrawn="1"/>
        </p:nvCxnSpPr>
        <p:spPr>
          <a:xfrm>
            <a:off x="941032" y="3860351"/>
            <a:ext cx="728078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F15E360F-223C-873D-D3CC-EF97CF312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004020"/>
            <a:ext cx="7410252" cy="1134048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Ingress</a:t>
            </a:r>
          </a:p>
        </p:txBody>
      </p:sp>
      <p:sp>
        <p:nvSpPr>
          <p:cNvPr id="17" name="Plassholder for tekst 6">
            <a:extLst>
              <a:ext uri="{FF2B5EF4-FFF2-40B4-BE49-F238E27FC236}">
                <a16:creationId xmlns:a16="http://schemas.microsoft.com/office/drawing/2014/main" id="{09AA6EBA-FA22-2ED6-6D47-E2C36BAC1E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1" y="1020853"/>
            <a:ext cx="7410252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Tittel</a:t>
            </a:r>
          </a:p>
        </p:txBody>
      </p:sp>
      <p:sp>
        <p:nvSpPr>
          <p:cNvPr id="18" name="Plassholder for tekst 6">
            <a:extLst>
              <a:ext uri="{FF2B5EF4-FFF2-40B4-BE49-F238E27FC236}">
                <a16:creationId xmlns:a16="http://schemas.microsoft.com/office/drawing/2014/main" id="{FB8040EF-8BA0-E0CA-1079-CEF2D4C118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1" y="788949"/>
            <a:ext cx="7410252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Fornavn Etternavn</a:t>
            </a:r>
          </a:p>
        </p:txBody>
      </p:sp>
      <p:sp>
        <p:nvSpPr>
          <p:cNvPr id="26" name="Plassholder for tekst 6">
            <a:extLst>
              <a:ext uri="{FF2B5EF4-FFF2-40B4-BE49-F238E27FC236}">
                <a16:creationId xmlns:a16="http://schemas.microsoft.com/office/drawing/2014/main" id="{33F05D66-5997-D38E-934F-B767B48DE1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1" y="1241916"/>
            <a:ext cx="7410252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Dato</a:t>
            </a:r>
          </a:p>
        </p:txBody>
      </p:sp>
      <p:pic>
        <p:nvPicPr>
          <p:cNvPr id="2" name="Grafikk 1">
            <a:extLst>
              <a:ext uri="{FF2B5EF4-FFF2-40B4-BE49-F238E27FC236}">
                <a16:creationId xmlns:a16="http://schemas.microsoft.com/office/drawing/2014/main" id="{009FC822-AA2E-0613-899F-CC4E06BDB6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67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uten bilde - ly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>
            <a:extLst>
              <a:ext uri="{FF2B5EF4-FFF2-40B4-BE49-F238E27FC236}">
                <a16:creationId xmlns:a16="http://schemas.microsoft.com/office/drawing/2014/main" id="{DBF29486-BDFB-21E6-FC3D-7A42C496AD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BCEB6C27-0D19-2D77-BF25-A9E4BD1665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4087"/>
            <a:ext cx="7410253" cy="1452596"/>
          </a:xfrm>
        </p:spPr>
        <p:txBody>
          <a:bodyPr anchor="b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cxnSp>
        <p:nvCxnSpPr>
          <p:cNvPr id="3" name="Rett linje 2">
            <a:extLst>
              <a:ext uri="{FF2B5EF4-FFF2-40B4-BE49-F238E27FC236}">
                <a16:creationId xmlns:a16="http://schemas.microsoft.com/office/drawing/2014/main" id="{0B8FF5DB-973E-73A3-90DB-1D7771084BAB}"/>
              </a:ext>
            </a:extLst>
          </p:cNvPr>
          <p:cNvCxnSpPr>
            <a:cxnSpLocks/>
          </p:cNvCxnSpPr>
          <p:nvPr userDrawn="1"/>
        </p:nvCxnSpPr>
        <p:spPr>
          <a:xfrm>
            <a:off x="941032" y="3860351"/>
            <a:ext cx="728078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ssholder for tekst 6">
            <a:extLst>
              <a:ext uri="{FF2B5EF4-FFF2-40B4-BE49-F238E27FC236}">
                <a16:creationId xmlns:a16="http://schemas.microsoft.com/office/drawing/2014/main" id="{935262FD-1EBA-A033-87F4-B7842270A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4004020"/>
            <a:ext cx="7410252" cy="1134048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Ingress</a:t>
            </a:r>
          </a:p>
        </p:txBody>
      </p:sp>
      <p:sp>
        <p:nvSpPr>
          <p:cNvPr id="23" name="Plassholder for tekst 6">
            <a:extLst>
              <a:ext uri="{FF2B5EF4-FFF2-40B4-BE49-F238E27FC236}">
                <a16:creationId xmlns:a16="http://schemas.microsoft.com/office/drawing/2014/main" id="{956937F5-F2FC-EA51-2EF5-12D9B0F979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1" y="1020853"/>
            <a:ext cx="7410252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Tittel</a:t>
            </a:r>
          </a:p>
        </p:txBody>
      </p:sp>
      <p:sp>
        <p:nvSpPr>
          <p:cNvPr id="24" name="Plassholder for tekst 6">
            <a:extLst>
              <a:ext uri="{FF2B5EF4-FFF2-40B4-BE49-F238E27FC236}">
                <a16:creationId xmlns:a16="http://schemas.microsoft.com/office/drawing/2014/main" id="{14DFD6F6-1E6E-E0BE-D404-E33BB1A79C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1" y="788949"/>
            <a:ext cx="7410252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Fornavn Etternavn</a:t>
            </a:r>
          </a:p>
        </p:txBody>
      </p:sp>
      <p:sp>
        <p:nvSpPr>
          <p:cNvPr id="25" name="Plassholder for tekst 6">
            <a:extLst>
              <a:ext uri="{FF2B5EF4-FFF2-40B4-BE49-F238E27FC236}">
                <a16:creationId xmlns:a16="http://schemas.microsoft.com/office/drawing/2014/main" id="{C41E701A-B7EA-36FD-38C4-6E2C5BE867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1" y="1241916"/>
            <a:ext cx="7410252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Dato</a:t>
            </a:r>
          </a:p>
        </p:txBody>
      </p:sp>
      <p:pic>
        <p:nvPicPr>
          <p:cNvPr id="5" name="Grafikk 4">
            <a:extLst>
              <a:ext uri="{FF2B5EF4-FFF2-40B4-BE49-F238E27FC236}">
                <a16:creationId xmlns:a16="http://schemas.microsoft.com/office/drawing/2014/main" id="{1AB44E72-D335-71D7-4DA9-1076213794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3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med bilde - grøn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25841"/>
            <a:ext cx="6242864" cy="3097711"/>
          </a:xfrm>
        </p:spPr>
        <p:txBody>
          <a:bodyPr anchor="t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3933601"/>
            <a:ext cx="6242863" cy="1392025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Ingress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85BB1B67-AE91-CC54-5084-DBDE1CAB8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8730" y="0"/>
            <a:ext cx="4143270" cy="685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nb-NO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5351FEC1-69FF-1124-7D62-CAA015F2D27E}"/>
              </a:ext>
            </a:extLst>
          </p:cNvPr>
          <p:cNvCxnSpPr>
            <a:cxnSpLocks/>
          </p:cNvCxnSpPr>
          <p:nvPr userDrawn="1"/>
        </p:nvCxnSpPr>
        <p:spPr>
          <a:xfrm>
            <a:off x="967666" y="700739"/>
            <a:ext cx="611339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CE94A2CB-FCFD-CDE1-C9BF-B330925B9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1" y="5892108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Dato</a:t>
            </a:r>
          </a:p>
        </p:txBody>
      </p:sp>
      <p:sp>
        <p:nvSpPr>
          <p:cNvPr id="28" name="Plassholder for tekst 6">
            <a:extLst>
              <a:ext uri="{FF2B5EF4-FFF2-40B4-BE49-F238E27FC236}">
                <a16:creationId xmlns:a16="http://schemas.microsoft.com/office/drawing/2014/main" id="{54ACBA51-0549-3D41-55D6-8B1B4BF32C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1" y="5660204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Fornavn Etternavn, Tittel</a:t>
            </a:r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E3F3EBDB-D200-6BE9-0A50-E23858B6B8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04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med bilde - burgun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25841"/>
            <a:ext cx="6242864" cy="3097711"/>
          </a:xfrm>
        </p:spPr>
        <p:txBody>
          <a:bodyPr anchor="t"/>
          <a:lstStyle>
            <a:lvl1pPr>
              <a:defRPr sz="4500">
                <a:solidFill>
                  <a:schemeClr val="accent5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3933601"/>
            <a:ext cx="6242863" cy="1392025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Ingress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85BB1B67-AE91-CC54-5084-DBDE1CAB8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8730" y="0"/>
            <a:ext cx="4143270" cy="685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nb-NO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5351FEC1-69FF-1124-7D62-CAA015F2D27E}"/>
              </a:ext>
            </a:extLst>
          </p:cNvPr>
          <p:cNvCxnSpPr>
            <a:cxnSpLocks/>
          </p:cNvCxnSpPr>
          <p:nvPr userDrawn="1"/>
        </p:nvCxnSpPr>
        <p:spPr>
          <a:xfrm>
            <a:off x="967666" y="700739"/>
            <a:ext cx="6113398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CE94A2CB-FCFD-CDE1-C9BF-B330925B9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1" y="5892108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Dato</a:t>
            </a:r>
          </a:p>
        </p:txBody>
      </p:sp>
      <p:sp>
        <p:nvSpPr>
          <p:cNvPr id="28" name="Plassholder for tekst 6">
            <a:extLst>
              <a:ext uri="{FF2B5EF4-FFF2-40B4-BE49-F238E27FC236}">
                <a16:creationId xmlns:a16="http://schemas.microsoft.com/office/drawing/2014/main" id="{54ACBA51-0549-3D41-55D6-8B1B4BF32C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1" y="5660204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Fornavn Etternavn, Tittel</a:t>
            </a:r>
          </a:p>
        </p:txBody>
      </p:sp>
      <p:pic>
        <p:nvPicPr>
          <p:cNvPr id="3" name="Grafikk 2">
            <a:extLst>
              <a:ext uri="{FF2B5EF4-FFF2-40B4-BE49-F238E27FC236}">
                <a16:creationId xmlns:a16="http://schemas.microsoft.com/office/drawing/2014/main" id="{B50D4555-CF6F-0D3F-1098-264C6CE054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8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med bilde - lysegrøn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25841"/>
            <a:ext cx="6242864" cy="3097711"/>
          </a:xfrm>
        </p:spPr>
        <p:txBody>
          <a:bodyPr anchor="t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3933601"/>
            <a:ext cx="6242863" cy="1392025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Ingress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85BB1B67-AE91-CC54-5084-DBDE1CAB8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8730" y="0"/>
            <a:ext cx="4143270" cy="685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nb-NO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5351FEC1-69FF-1124-7D62-CAA015F2D27E}"/>
              </a:ext>
            </a:extLst>
          </p:cNvPr>
          <p:cNvCxnSpPr>
            <a:cxnSpLocks/>
          </p:cNvCxnSpPr>
          <p:nvPr userDrawn="1"/>
        </p:nvCxnSpPr>
        <p:spPr>
          <a:xfrm>
            <a:off x="967666" y="700739"/>
            <a:ext cx="611339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CE94A2CB-FCFD-CDE1-C9BF-B330925B9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1" y="5892108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Dato</a:t>
            </a:r>
          </a:p>
        </p:txBody>
      </p:sp>
      <p:sp>
        <p:nvSpPr>
          <p:cNvPr id="28" name="Plassholder for tekst 6">
            <a:extLst>
              <a:ext uri="{FF2B5EF4-FFF2-40B4-BE49-F238E27FC236}">
                <a16:creationId xmlns:a16="http://schemas.microsoft.com/office/drawing/2014/main" id="{54ACBA51-0549-3D41-55D6-8B1B4BF32C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1" y="5660204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Fornavn Etternavn, Tittel</a:t>
            </a:r>
          </a:p>
        </p:txBody>
      </p:sp>
    </p:spTree>
    <p:extLst>
      <p:ext uri="{BB962C8B-B14F-4D97-AF65-F5344CB8AC3E}">
        <p14:creationId xmlns:p14="http://schemas.microsoft.com/office/powerpoint/2010/main" val="2353410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med bilde - bei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D4DDEA-E31A-8D88-35A7-D65C0BE1F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25841"/>
            <a:ext cx="6242864" cy="3097711"/>
          </a:xfrm>
        </p:spPr>
        <p:txBody>
          <a:bodyPr anchor="t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3933601"/>
            <a:ext cx="6242863" cy="1392025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b-NO" dirty="0"/>
              <a:t>Ingress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85BB1B67-AE91-CC54-5084-DBDE1CAB8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8730" y="0"/>
            <a:ext cx="4143270" cy="685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nb-NO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5351FEC1-69FF-1124-7D62-CAA015F2D27E}"/>
              </a:ext>
            </a:extLst>
          </p:cNvPr>
          <p:cNvCxnSpPr>
            <a:cxnSpLocks/>
          </p:cNvCxnSpPr>
          <p:nvPr userDrawn="1"/>
        </p:nvCxnSpPr>
        <p:spPr>
          <a:xfrm>
            <a:off x="967666" y="700739"/>
            <a:ext cx="611339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CE94A2CB-FCFD-CDE1-C9BF-B330925B9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1" y="5892108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Dato</a:t>
            </a:r>
          </a:p>
        </p:txBody>
      </p:sp>
      <p:sp>
        <p:nvSpPr>
          <p:cNvPr id="28" name="Plassholder for tekst 6">
            <a:extLst>
              <a:ext uri="{FF2B5EF4-FFF2-40B4-BE49-F238E27FC236}">
                <a16:creationId xmlns:a16="http://schemas.microsoft.com/office/drawing/2014/main" id="{54ACBA51-0549-3D41-55D6-8B1B4BF32C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1" y="5660204"/>
            <a:ext cx="6242863" cy="216000"/>
          </a:xfrm>
        </p:spPr>
        <p:txBody>
          <a:bodyPr anchor="t"/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b="0" i="1">
                <a:solidFill>
                  <a:schemeClr val="tx1"/>
                </a:solidFill>
              </a:defRPr>
            </a:lvl1pPr>
            <a:lvl3pPr marL="357188" indent="-3492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300" i="1"/>
            </a:lvl3pPr>
          </a:lstStyle>
          <a:p>
            <a:pPr lvl="0"/>
            <a:r>
              <a:rPr lang="nb-NO" dirty="0"/>
              <a:t>Fornavn Etternavn, Tittel</a:t>
            </a:r>
          </a:p>
        </p:txBody>
      </p:sp>
    </p:spTree>
    <p:extLst>
      <p:ext uri="{BB962C8B-B14F-4D97-AF65-F5344CB8AC3E}">
        <p14:creationId xmlns:p14="http://schemas.microsoft.com/office/powerpoint/2010/main" val="952761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2971E7E-6F3E-E33C-C938-070B4F1438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719077"/>
            <a:ext cx="10524564" cy="712787"/>
          </a:xfrm>
        </p:spPr>
        <p:txBody>
          <a:bodyPr/>
          <a:lstStyle>
            <a:lvl1pPr>
              <a:defRPr sz="3000" b="1" i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Agenda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8ABFA91-52B2-A520-ED45-6E4C5F61C2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1779277"/>
            <a:ext cx="10524564" cy="3826276"/>
          </a:xfrm>
        </p:spPr>
        <p:txBody>
          <a:bodyPr numCol="2" spcCol="720000" anchor="t"/>
          <a:lstStyle>
            <a:lvl1pPr marL="285750" indent="-2857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/>
            </a:lvl1pPr>
          </a:lstStyle>
          <a:p>
            <a:pPr lvl="0"/>
            <a:r>
              <a:rPr lang="nb-NO" dirty="0"/>
              <a:t>Punkt 1</a:t>
            </a:r>
          </a:p>
        </p:txBody>
      </p:sp>
      <p:pic>
        <p:nvPicPr>
          <p:cNvPr id="2" name="Grafikk 1">
            <a:extLst>
              <a:ext uri="{FF2B5EF4-FFF2-40B4-BE49-F238E27FC236}">
                <a16:creationId xmlns:a16="http://schemas.microsoft.com/office/drawing/2014/main" id="{EF69372F-1A1C-A515-D545-4750A0B982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06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med bilde -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53B269BE-2F9C-0272-ABE0-179B84C23B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3368129" cy="6858000"/>
          </a:xfrm>
          <a:custGeom>
            <a:avLst/>
            <a:gdLst>
              <a:gd name="connsiteX0" fmla="*/ 0 w 13368129"/>
              <a:gd name="connsiteY0" fmla="*/ 0 h 6858000"/>
              <a:gd name="connsiteX1" fmla="*/ 12192000 w 13368129"/>
              <a:gd name="connsiteY1" fmla="*/ 0 h 6858000"/>
              <a:gd name="connsiteX2" fmla="*/ 12192000 w 13368129"/>
              <a:gd name="connsiteY2" fmla="*/ 2613991 h 6858000"/>
              <a:gd name="connsiteX3" fmla="*/ 13368129 w 13368129"/>
              <a:gd name="connsiteY3" fmla="*/ 2613991 h 6858000"/>
              <a:gd name="connsiteX4" fmla="*/ 13368129 w 13368129"/>
              <a:gd name="connsiteY4" fmla="*/ 6858000 h 6858000"/>
              <a:gd name="connsiteX5" fmla="*/ 0 w 13368129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68129" h="6858000">
                <a:moveTo>
                  <a:pt x="0" y="0"/>
                </a:moveTo>
                <a:lnTo>
                  <a:pt x="12192000" y="0"/>
                </a:lnTo>
                <a:lnTo>
                  <a:pt x="12192000" y="2613991"/>
                </a:lnTo>
                <a:lnTo>
                  <a:pt x="13368129" y="2613991"/>
                </a:lnTo>
                <a:lnTo>
                  <a:pt x="13368129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nb-NO" dirty="0"/>
          </a:p>
        </p:txBody>
      </p:sp>
      <p:sp>
        <p:nvSpPr>
          <p:cNvPr id="20" name="Plassholder for tekst 19">
            <a:extLst>
              <a:ext uri="{FF2B5EF4-FFF2-40B4-BE49-F238E27FC236}">
                <a16:creationId xmlns:a16="http://schemas.microsoft.com/office/drawing/2014/main" id="{44CCD3FD-6DF3-DA9A-5DBA-51022E76F1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8000"/>
          </a:xfrm>
          <a:blipFill>
            <a:blip r:embed="rId3" cstate="screen">
              <a:alphaModFix amt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nb-NO" dirty="0"/>
              <a:t>   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5642C5B-9D31-E588-7E57-A94BFBF71C1A}"/>
              </a:ext>
            </a:extLst>
          </p:cNvPr>
          <p:cNvSpPr/>
          <p:nvPr userDrawn="1"/>
        </p:nvSpPr>
        <p:spPr>
          <a:xfrm>
            <a:off x="12191999" y="0"/>
            <a:ext cx="1176129" cy="26139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dirty="0">
                <a:solidFill>
                  <a:schemeClr val="bg2"/>
                </a:solidFill>
              </a:rPr>
              <a:t>Høyreklikk på bildet nedenfor og velg «endre bilde»</a:t>
            </a:r>
          </a:p>
          <a:p>
            <a:pPr algn="ctr"/>
            <a:endParaRPr lang="nb-NO" sz="1500" dirty="0">
              <a:solidFill>
                <a:schemeClr val="bg2"/>
              </a:solidFill>
            </a:endParaRPr>
          </a:p>
          <a:p>
            <a:pPr algn="ctr"/>
            <a:r>
              <a:rPr lang="nb-NO" sz="15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6" name="Grafikk 22">
            <a:extLst>
              <a:ext uri="{FF2B5EF4-FFF2-40B4-BE49-F238E27FC236}">
                <a16:creationId xmlns:a16="http://schemas.microsoft.com/office/drawing/2014/main" id="{579F5657-7595-5149-E602-92A0CD0E9B76}"/>
              </a:ext>
            </a:extLst>
          </p:cNvPr>
          <p:cNvSpPr/>
          <p:nvPr userDrawn="1"/>
        </p:nvSpPr>
        <p:spPr>
          <a:xfrm rot="5400000">
            <a:off x="12647905" y="2068720"/>
            <a:ext cx="264318" cy="214116"/>
          </a:xfrm>
          <a:custGeom>
            <a:avLst/>
            <a:gdLst>
              <a:gd name="connsiteX0" fmla="*/ 162211 w 264318"/>
              <a:gd name="connsiteY0" fmla="*/ 0 h 214116"/>
              <a:gd name="connsiteX1" fmla="*/ 142018 w 264318"/>
              <a:gd name="connsiteY1" fmla="*/ 19900 h 214116"/>
              <a:gd name="connsiteX2" fmla="*/ 214979 w 264318"/>
              <a:gd name="connsiteY2" fmla="*/ 91804 h 214116"/>
              <a:gd name="connsiteX3" fmla="*/ 0 w 264318"/>
              <a:gd name="connsiteY3" fmla="*/ 91804 h 214116"/>
              <a:gd name="connsiteX4" fmla="*/ 0 w 264318"/>
              <a:gd name="connsiteY4" fmla="*/ 119965 h 214116"/>
              <a:gd name="connsiteX5" fmla="*/ 217361 w 264318"/>
              <a:gd name="connsiteY5" fmla="*/ 119965 h 214116"/>
              <a:gd name="connsiteX6" fmla="*/ 142018 w 264318"/>
              <a:gd name="connsiteY6" fmla="*/ 194216 h 214116"/>
              <a:gd name="connsiteX7" fmla="*/ 162211 w 264318"/>
              <a:gd name="connsiteY7" fmla="*/ 214116 h 214116"/>
              <a:gd name="connsiteX8" fmla="*/ 264319 w 264318"/>
              <a:gd name="connsiteY8" fmla="*/ 113582 h 214116"/>
              <a:gd name="connsiteX9" fmla="*/ 264319 w 264318"/>
              <a:gd name="connsiteY9" fmla="*/ 100534 h 214116"/>
              <a:gd name="connsiteX10" fmla="*/ 162211 w 264318"/>
              <a:gd name="connsiteY10" fmla="*/ 0 h 214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4318" h="214116">
                <a:moveTo>
                  <a:pt x="162211" y="0"/>
                </a:moveTo>
                <a:lnTo>
                  <a:pt x="142018" y="19900"/>
                </a:lnTo>
                <a:lnTo>
                  <a:pt x="214979" y="91804"/>
                </a:lnTo>
                <a:lnTo>
                  <a:pt x="0" y="91804"/>
                </a:lnTo>
                <a:lnTo>
                  <a:pt x="0" y="119965"/>
                </a:lnTo>
                <a:lnTo>
                  <a:pt x="217361" y="119965"/>
                </a:lnTo>
                <a:lnTo>
                  <a:pt x="142018" y="194216"/>
                </a:lnTo>
                <a:lnTo>
                  <a:pt x="162211" y="214116"/>
                </a:lnTo>
                <a:lnTo>
                  <a:pt x="264319" y="113582"/>
                </a:lnTo>
                <a:lnTo>
                  <a:pt x="264319" y="100534"/>
                </a:lnTo>
                <a:lnTo>
                  <a:pt x="162211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b-NO">
              <a:solidFill>
                <a:schemeClr val="bg2"/>
              </a:solidFill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5A83E5A-D238-4D4B-372C-BF2E0A89D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97062"/>
            <a:ext cx="6993835" cy="3063875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dirty="0" err="1"/>
              <a:t>Skilleside</a:t>
            </a:r>
            <a:r>
              <a:rPr lang="nb-NO" dirty="0"/>
              <a:t> med bilde</a:t>
            </a:r>
          </a:p>
        </p:txBody>
      </p:sp>
    </p:spTree>
    <p:extLst>
      <p:ext uri="{BB962C8B-B14F-4D97-AF65-F5344CB8AC3E}">
        <p14:creationId xmlns:p14="http://schemas.microsoft.com/office/powerpoint/2010/main" val="4084097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med bilde - mellomt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53B269BE-2F9C-0272-ABE0-179B84C23B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3368129" cy="6858000"/>
          </a:xfrm>
          <a:custGeom>
            <a:avLst/>
            <a:gdLst>
              <a:gd name="connsiteX0" fmla="*/ 0 w 13368129"/>
              <a:gd name="connsiteY0" fmla="*/ 0 h 6858000"/>
              <a:gd name="connsiteX1" fmla="*/ 12192000 w 13368129"/>
              <a:gd name="connsiteY1" fmla="*/ 0 h 6858000"/>
              <a:gd name="connsiteX2" fmla="*/ 12192000 w 13368129"/>
              <a:gd name="connsiteY2" fmla="*/ 2613991 h 6858000"/>
              <a:gd name="connsiteX3" fmla="*/ 13368129 w 13368129"/>
              <a:gd name="connsiteY3" fmla="*/ 2613991 h 6858000"/>
              <a:gd name="connsiteX4" fmla="*/ 13368129 w 13368129"/>
              <a:gd name="connsiteY4" fmla="*/ 6858000 h 6858000"/>
              <a:gd name="connsiteX5" fmla="*/ 0 w 13368129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68129" h="6858000">
                <a:moveTo>
                  <a:pt x="0" y="0"/>
                </a:moveTo>
                <a:lnTo>
                  <a:pt x="12192000" y="0"/>
                </a:lnTo>
                <a:lnTo>
                  <a:pt x="12192000" y="2613991"/>
                </a:lnTo>
                <a:lnTo>
                  <a:pt x="13368129" y="2613991"/>
                </a:lnTo>
                <a:lnTo>
                  <a:pt x="13368129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nb-NO" dirty="0"/>
          </a:p>
        </p:txBody>
      </p:sp>
      <p:sp>
        <p:nvSpPr>
          <p:cNvPr id="20" name="Plassholder for tekst 19">
            <a:extLst>
              <a:ext uri="{FF2B5EF4-FFF2-40B4-BE49-F238E27FC236}">
                <a16:creationId xmlns:a16="http://schemas.microsoft.com/office/drawing/2014/main" id="{44CCD3FD-6DF3-DA9A-5DBA-51022E76F1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8000"/>
          </a:xfrm>
          <a:blipFill>
            <a:blip r:embed="rId3" cstate="screen">
              <a:alphaModFix amt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nb-NO" dirty="0"/>
              <a:t>   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5642C5B-9D31-E588-7E57-A94BFBF71C1A}"/>
              </a:ext>
            </a:extLst>
          </p:cNvPr>
          <p:cNvSpPr/>
          <p:nvPr userDrawn="1"/>
        </p:nvSpPr>
        <p:spPr>
          <a:xfrm>
            <a:off x="12191999" y="0"/>
            <a:ext cx="1176129" cy="26139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dirty="0">
                <a:solidFill>
                  <a:schemeClr val="tx1"/>
                </a:solidFill>
              </a:rPr>
              <a:t>Høyreklikk på bildet nedenfor og velg «endre bilde»</a:t>
            </a:r>
          </a:p>
          <a:p>
            <a:pPr algn="ctr"/>
            <a:endParaRPr lang="nb-NO" sz="1500" dirty="0">
              <a:solidFill>
                <a:schemeClr val="tx1"/>
              </a:solidFill>
            </a:endParaRPr>
          </a:p>
          <a:p>
            <a:pPr algn="ctr"/>
            <a:r>
              <a:rPr lang="nb-NO" sz="15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6" name="Grafikk 22">
            <a:extLst>
              <a:ext uri="{FF2B5EF4-FFF2-40B4-BE49-F238E27FC236}">
                <a16:creationId xmlns:a16="http://schemas.microsoft.com/office/drawing/2014/main" id="{579F5657-7595-5149-E602-92A0CD0E9B76}"/>
              </a:ext>
            </a:extLst>
          </p:cNvPr>
          <p:cNvSpPr/>
          <p:nvPr userDrawn="1"/>
        </p:nvSpPr>
        <p:spPr>
          <a:xfrm rot="5400000">
            <a:off x="12647905" y="2068720"/>
            <a:ext cx="264318" cy="214116"/>
          </a:xfrm>
          <a:custGeom>
            <a:avLst/>
            <a:gdLst>
              <a:gd name="connsiteX0" fmla="*/ 162211 w 264318"/>
              <a:gd name="connsiteY0" fmla="*/ 0 h 214116"/>
              <a:gd name="connsiteX1" fmla="*/ 142018 w 264318"/>
              <a:gd name="connsiteY1" fmla="*/ 19900 h 214116"/>
              <a:gd name="connsiteX2" fmla="*/ 214979 w 264318"/>
              <a:gd name="connsiteY2" fmla="*/ 91804 h 214116"/>
              <a:gd name="connsiteX3" fmla="*/ 0 w 264318"/>
              <a:gd name="connsiteY3" fmla="*/ 91804 h 214116"/>
              <a:gd name="connsiteX4" fmla="*/ 0 w 264318"/>
              <a:gd name="connsiteY4" fmla="*/ 119965 h 214116"/>
              <a:gd name="connsiteX5" fmla="*/ 217361 w 264318"/>
              <a:gd name="connsiteY5" fmla="*/ 119965 h 214116"/>
              <a:gd name="connsiteX6" fmla="*/ 142018 w 264318"/>
              <a:gd name="connsiteY6" fmla="*/ 194216 h 214116"/>
              <a:gd name="connsiteX7" fmla="*/ 162211 w 264318"/>
              <a:gd name="connsiteY7" fmla="*/ 214116 h 214116"/>
              <a:gd name="connsiteX8" fmla="*/ 264319 w 264318"/>
              <a:gd name="connsiteY8" fmla="*/ 113582 h 214116"/>
              <a:gd name="connsiteX9" fmla="*/ 264319 w 264318"/>
              <a:gd name="connsiteY9" fmla="*/ 100534 h 214116"/>
              <a:gd name="connsiteX10" fmla="*/ 162211 w 264318"/>
              <a:gd name="connsiteY10" fmla="*/ 0 h 214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4318" h="214116">
                <a:moveTo>
                  <a:pt x="162211" y="0"/>
                </a:moveTo>
                <a:lnTo>
                  <a:pt x="142018" y="19900"/>
                </a:lnTo>
                <a:lnTo>
                  <a:pt x="214979" y="91804"/>
                </a:lnTo>
                <a:lnTo>
                  <a:pt x="0" y="91804"/>
                </a:lnTo>
                <a:lnTo>
                  <a:pt x="0" y="119965"/>
                </a:lnTo>
                <a:lnTo>
                  <a:pt x="217361" y="119965"/>
                </a:lnTo>
                <a:lnTo>
                  <a:pt x="142018" y="194216"/>
                </a:lnTo>
                <a:lnTo>
                  <a:pt x="162211" y="214116"/>
                </a:lnTo>
                <a:lnTo>
                  <a:pt x="264319" y="113582"/>
                </a:lnTo>
                <a:lnTo>
                  <a:pt x="264319" y="100534"/>
                </a:lnTo>
                <a:lnTo>
                  <a:pt x="162211" y="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b-NO">
              <a:solidFill>
                <a:schemeClr val="bg2"/>
              </a:solidFill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5A83E5A-D238-4D4B-372C-BF2E0A89D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97062"/>
            <a:ext cx="6993835" cy="3063875"/>
          </a:xfr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b-NO" dirty="0" err="1"/>
              <a:t>Skilleside</a:t>
            </a:r>
            <a:r>
              <a:rPr lang="nb-NO" dirty="0"/>
              <a:t> med bilde</a:t>
            </a:r>
          </a:p>
        </p:txBody>
      </p:sp>
    </p:spTree>
    <p:extLst>
      <p:ext uri="{BB962C8B-B14F-4D97-AF65-F5344CB8AC3E}">
        <p14:creationId xmlns:p14="http://schemas.microsoft.com/office/powerpoint/2010/main" val="3073595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med bilde - ly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53B269BE-2F9C-0272-ABE0-179B84C23B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3368129" cy="6858000"/>
          </a:xfrm>
          <a:custGeom>
            <a:avLst/>
            <a:gdLst>
              <a:gd name="connsiteX0" fmla="*/ 0 w 13368129"/>
              <a:gd name="connsiteY0" fmla="*/ 0 h 6858000"/>
              <a:gd name="connsiteX1" fmla="*/ 12192000 w 13368129"/>
              <a:gd name="connsiteY1" fmla="*/ 0 h 6858000"/>
              <a:gd name="connsiteX2" fmla="*/ 12192000 w 13368129"/>
              <a:gd name="connsiteY2" fmla="*/ 2613991 h 6858000"/>
              <a:gd name="connsiteX3" fmla="*/ 13368129 w 13368129"/>
              <a:gd name="connsiteY3" fmla="*/ 2613991 h 6858000"/>
              <a:gd name="connsiteX4" fmla="*/ 13368129 w 13368129"/>
              <a:gd name="connsiteY4" fmla="*/ 6858000 h 6858000"/>
              <a:gd name="connsiteX5" fmla="*/ 0 w 13368129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68129" h="6858000">
                <a:moveTo>
                  <a:pt x="0" y="0"/>
                </a:moveTo>
                <a:lnTo>
                  <a:pt x="12192000" y="0"/>
                </a:lnTo>
                <a:lnTo>
                  <a:pt x="12192000" y="2613991"/>
                </a:lnTo>
                <a:lnTo>
                  <a:pt x="13368129" y="2613991"/>
                </a:lnTo>
                <a:lnTo>
                  <a:pt x="13368129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nb-NO" dirty="0"/>
          </a:p>
        </p:txBody>
      </p:sp>
      <p:sp>
        <p:nvSpPr>
          <p:cNvPr id="20" name="Plassholder for tekst 19">
            <a:extLst>
              <a:ext uri="{FF2B5EF4-FFF2-40B4-BE49-F238E27FC236}">
                <a16:creationId xmlns:a16="http://schemas.microsoft.com/office/drawing/2014/main" id="{44CCD3FD-6DF3-DA9A-5DBA-51022E76F1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0"/>
            <a:ext cx="12192000" cy="6858000"/>
          </a:xfrm>
          <a:blipFill>
            <a:blip r:embed="rId3" cstate="screen">
              <a:alphaModFix amt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nb-NO" dirty="0"/>
              <a:t>   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5642C5B-9D31-E588-7E57-A94BFBF71C1A}"/>
              </a:ext>
            </a:extLst>
          </p:cNvPr>
          <p:cNvSpPr/>
          <p:nvPr userDrawn="1"/>
        </p:nvSpPr>
        <p:spPr>
          <a:xfrm>
            <a:off x="12191999" y="0"/>
            <a:ext cx="1176129" cy="26139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dirty="0">
                <a:solidFill>
                  <a:schemeClr val="bg2"/>
                </a:solidFill>
              </a:rPr>
              <a:t>Høyreklikk på bildet nedenfor og velg «endre bilde»</a:t>
            </a:r>
          </a:p>
          <a:p>
            <a:pPr algn="ctr"/>
            <a:endParaRPr lang="nb-NO" sz="1500" dirty="0">
              <a:solidFill>
                <a:schemeClr val="bg2"/>
              </a:solidFill>
            </a:endParaRPr>
          </a:p>
          <a:p>
            <a:pPr algn="ctr"/>
            <a:r>
              <a:rPr lang="nb-NO" sz="15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6" name="Grafikk 22">
            <a:extLst>
              <a:ext uri="{FF2B5EF4-FFF2-40B4-BE49-F238E27FC236}">
                <a16:creationId xmlns:a16="http://schemas.microsoft.com/office/drawing/2014/main" id="{579F5657-7595-5149-E602-92A0CD0E9B76}"/>
              </a:ext>
            </a:extLst>
          </p:cNvPr>
          <p:cNvSpPr/>
          <p:nvPr userDrawn="1"/>
        </p:nvSpPr>
        <p:spPr>
          <a:xfrm rot="5400000">
            <a:off x="12647905" y="2068720"/>
            <a:ext cx="264318" cy="214116"/>
          </a:xfrm>
          <a:custGeom>
            <a:avLst/>
            <a:gdLst>
              <a:gd name="connsiteX0" fmla="*/ 162211 w 264318"/>
              <a:gd name="connsiteY0" fmla="*/ 0 h 214116"/>
              <a:gd name="connsiteX1" fmla="*/ 142018 w 264318"/>
              <a:gd name="connsiteY1" fmla="*/ 19900 h 214116"/>
              <a:gd name="connsiteX2" fmla="*/ 214979 w 264318"/>
              <a:gd name="connsiteY2" fmla="*/ 91804 h 214116"/>
              <a:gd name="connsiteX3" fmla="*/ 0 w 264318"/>
              <a:gd name="connsiteY3" fmla="*/ 91804 h 214116"/>
              <a:gd name="connsiteX4" fmla="*/ 0 w 264318"/>
              <a:gd name="connsiteY4" fmla="*/ 119965 h 214116"/>
              <a:gd name="connsiteX5" fmla="*/ 217361 w 264318"/>
              <a:gd name="connsiteY5" fmla="*/ 119965 h 214116"/>
              <a:gd name="connsiteX6" fmla="*/ 142018 w 264318"/>
              <a:gd name="connsiteY6" fmla="*/ 194216 h 214116"/>
              <a:gd name="connsiteX7" fmla="*/ 162211 w 264318"/>
              <a:gd name="connsiteY7" fmla="*/ 214116 h 214116"/>
              <a:gd name="connsiteX8" fmla="*/ 264319 w 264318"/>
              <a:gd name="connsiteY8" fmla="*/ 113582 h 214116"/>
              <a:gd name="connsiteX9" fmla="*/ 264319 w 264318"/>
              <a:gd name="connsiteY9" fmla="*/ 100534 h 214116"/>
              <a:gd name="connsiteX10" fmla="*/ 162211 w 264318"/>
              <a:gd name="connsiteY10" fmla="*/ 0 h 214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4318" h="214116">
                <a:moveTo>
                  <a:pt x="162211" y="0"/>
                </a:moveTo>
                <a:lnTo>
                  <a:pt x="142018" y="19900"/>
                </a:lnTo>
                <a:lnTo>
                  <a:pt x="214979" y="91804"/>
                </a:lnTo>
                <a:lnTo>
                  <a:pt x="0" y="91804"/>
                </a:lnTo>
                <a:lnTo>
                  <a:pt x="0" y="119965"/>
                </a:lnTo>
                <a:lnTo>
                  <a:pt x="217361" y="119965"/>
                </a:lnTo>
                <a:lnTo>
                  <a:pt x="142018" y="194216"/>
                </a:lnTo>
                <a:lnTo>
                  <a:pt x="162211" y="214116"/>
                </a:lnTo>
                <a:lnTo>
                  <a:pt x="264319" y="113582"/>
                </a:lnTo>
                <a:lnTo>
                  <a:pt x="264319" y="100534"/>
                </a:lnTo>
                <a:lnTo>
                  <a:pt x="162211" y="0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b-NO">
              <a:solidFill>
                <a:schemeClr val="bg2"/>
              </a:solidFill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5A83E5A-D238-4D4B-372C-BF2E0A89D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97062"/>
            <a:ext cx="6993835" cy="3063875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 err="1"/>
              <a:t>Skilleside</a:t>
            </a:r>
            <a:r>
              <a:rPr lang="nb-NO" dirty="0"/>
              <a:t> med bilde</a:t>
            </a:r>
          </a:p>
        </p:txBody>
      </p:sp>
    </p:spTree>
    <p:extLst>
      <p:ext uri="{BB962C8B-B14F-4D97-AF65-F5344CB8AC3E}">
        <p14:creationId xmlns:p14="http://schemas.microsoft.com/office/powerpoint/2010/main" val="2934330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uten bilde -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99F29673-B14A-E5EC-8C48-03C508B18F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5A83E5A-D238-4D4B-372C-BF2E0A89D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97062"/>
            <a:ext cx="6993835" cy="3063875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dirty="0" err="1"/>
              <a:t>Skilleside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05025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uten bilde - ly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3">
            <a:extLst>
              <a:ext uri="{FF2B5EF4-FFF2-40B4-BE49-F238E27FC236}">
                <a16:creationId xmlns:a16="http://schemas.microsoft.com/office/drawing/2014/main" id="{F6418EC5-FEA2-BA25-6BE8-17788131B66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5A83E5A-D238-4D4B-372C-BF2E0A89D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97062"/>
            <a:ext cx="6993835" cy="3063875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dirty="0" err="1"/>
              <a:t>Skilleside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74340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Undertittel 2">
            <a:extLst>
              <a:ext uri="{FF2B5EF4-FFF2-40B4-BE49-F238E27FC236}">
                <a16:creationId xmlns:a16="http://schemas.microsoft.com/office/drawing/2014/main" id="{171F0809-A62A-4CBB-AC37-3AD217F060D1}"/>
              </a:ext>
            </a:extLst>
          </p:cNvPr>
          <p:cNvSpPr txBox="1">
            <a:spLocks/>
          </p:cNvSpPr>
          <p:nvPr/>
        </p:nvSpPr>
        <p:spPr>
          <a:xfrm>
            <a:off x="508761" y="947786"/>
            <a:ext cx="2687663" cy="11831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Hent logoform fra dette lysbildet</a:t>
            </a:r>
          </a:p>
        </p:txBody>
      </p:sp>
      <p:sp>
        <p:nvSpPr>
          <p:cNvPr id="2" name="Friform 1">
            <a:extLst>
              <a:ext uri="{FF2B5EF4-FFF2-40B4-BE49-F238E27FC236}">
                <a16:creationId xmlns:a16="http://schemas.microsoft.com/office/drawing/2014/main" id="{7BE42E54-A5D5-560D-3D38-11F92A17E4E7}"/>
              </a:ext>
            </a:extLst>
          </p:cNvPr>
          <p:cNvSpPr/>
          <p:nvPr userDrawn="1"/>
        </p:nvSpPr>
        <p:spPr>
          <a:xfrm>
            <a:off x="5388738" y="1"/>
            <a:ext cx="6803263" cy="6858000"/>
          </a:xfrm>
          <a:custGeom>
            <a:avLst/>
            <a:gdLst>
              <a:gd name="connsiteX0" fmla="*/ 2183907 w 6826757"/>
              <a:gd name="connsiteY0" fmla="*/ 0 h 6881683"/>
              <a:gd name="connsiteX1" fmla="*/ 6826757 w 6826757"/>
              <a:gd name="connsiteY1" fmla="*/ 0 h 6881683"/>
              <a:gd name="connsiteX2" fmla="*/ 6826757 w 6826757"/>
              <a:gd name="connsiteY2" fmla="*/ 4680021 h 6881683"/>
              <a:gd name="connsiteX3" fmla="*/ 4642850 w 6826757"/>
              <a:gd name="connsiteY3" fmla="*/ 4680021 h 6881683"/>
              <a:gd name="connsiteX4" fmla="*/ 4642850 w 6826757"/>
              <a:gd name="connsiteY4" fmla="*/ 6881683 h 6881683"/>
              <a:gd name="connsiteX5" fmla="*/ 0 w 6826757"/>
              <a:gd name="connsiteY5" fmla="*/ 6881683 h 6881683"/>
              <a:gd name="connsiteX6" fmla="*/ 0 w 6826757"/>
              <a:gd name="connsiteY6" fmla="*/ 2201662 h 6881683"/>
              <a:gd name="connsiteX7" fmla="*/ 2183907 w 6826757"/>
              <a:gd name="connsiteY7" fmla="*/ 2201662 h 6881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26757" h="6881683">
                <a:moveTo>
                  <a:pt x="2183907" y="0"/>
                </a:moveTo>
                <a:lnTo>
                  <a:pt x="6826757" y="0"/>
                </a:lnTo>
                <a:lnTo>
                  <a:pt x="6826757" y="4680021"/>
                </a:lnTo>
                <a:lnTo>
                  <a:pt x="4642850" y="4680021"/>
                </a:lnTo>
                <a:lnTo>
                  <a:pt x="4642850" y="6881683"/>
                </a:lnTo>
                <a:lnTo>
                  <a:pt x="0" y="6881683"/>
                </a:lnTo>
                <a:lnTo>
                  <a:pt x="0" y="2201662"/>
                </a:lnTo>
                <a:lnTo>
                  <a:pt x="2183907" y="220166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38726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kergu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2">
            <a:extLst>
              <a:ext uri="{FF2B5EF4-FFF2-40B4-BE49-F238E27FC236}">
                <a16:creationId xmlns:a16="http://schemas.microsoft.com/office/drawing/2014/main" id="{B98634BD-D65E-60A9-3FCD-1DE07A281A6D}"/>
              </a:ext>
            </a:extLst>
          </p:cNvPr>
          <p:cNvSpPr txBox="1">
            <a:spLocks/>
          </p:cNvSpPr>
          <p:nvPr userDrawn="1"/>
        </p:nvSpPr>
        <p:spPr>
          <a:xfrm>
            <a:off x="477228" y="1965347"/>
            <a:ext cx="3307593" cy="249209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nb-NO" sz="1500" dirty="0"/>
              <a:t>Tekststiler</a:t>
            </a:r>
          </a:p>
          <a:p>
            <a:r>
              <a:rPr lang="nb-NO" sz="1100" dirty="0"/>
              <a:t>Sett markøren på teksten du vil </a:t>
            </a:r>
            <a:br>
              <a:rPr lang="nb-NO" sz="1100" dirty="0"/>
            </a:br>
            <a:r>
              <a:rPr lang="nb-NO" sz="1100" dirty="0"/>
              <a:t>endre: Bruk knappen for </a:t>
            </a:r>
            <a:r>
              <a:rPr lang="nb-NO" sz="1100" b="0" dirty="0">
                <a:solidFill>
                  <a:schemeClr val="accent2"/>
                </a:solidFill>
              </a:rPr>
              <a:t>Øk innrykk </a:t>
            </a:r>
            <a:br>
              <a:rPr lang="nb-NO" sz="1100" b="1" dirty="0"/>
            </a:br>
            <a:r>
              <a:rPr lang="nb-NO" sz="1100" dirty="0"/>
              <a:t>og </a:t>
            </a:r>
            <a:r>
              <a:rPr lang="nb-NO" sz="1100" b="0" dirty="0">
                <a:solidFill>
                  <a:schemeClr val="accent2"/>
                </a:solidFill>
              </a:rPr>
              <a:t>Reduser innrykk </a:t>
            </a:r>
            <a:r>
              <a:rPr lang="nb-NO" sz="1100" dirty="0"/>
              <a:t>i </a:t>
            </a:r>
            <a:r>
              <a:rPr lang="nb-NO" sz="1100" b="0" dirty="0">
                <a:solidFill>
                  <a:schemeClr val="accent2"/>
                </a:solidFill>
              </a:rPr>
              <a:t>Hjem</a:t>
            </a:r>
            <a:r>
              <a:rPr lang="nb-NO" sz="1100" dirty="0"/>
              <a:t>-fanen i menyen til </a:t>
            </a:r>
            <a:br>
              <a:rPr lang="nb-NO" sz="1100" dirty="0"/>
            </a:br>
            <a:r>
              <a:rPr lang="nb-NO" sz="1100" dirty="0"/>
              <a:t>å hoppe mellom skriftnivåer som punkttekst, underoverskrift, punktskrift med pil og ingress. </a:t>
            </a:r>
          </a:p>
          <a:p>
            <a:r>
              <a:rPr lang="nb-NO" sz="1100" dirty="0"/>
              <a:t>Klikk på </a:t>
            </a:r>
            <a:r>
              <a:rPr lang="nb-NO" sz="1100" b="0" dirty="0">
                <a:solidFill>
                  <a:schemeClr val="accent2"/>
                </a:solidFill>
              </a:rPr>
              <a:t>ENTER</a:t>
            </a:r>
            <a:r>
              <a:rPr lang="nb-NO" sz="1100" dirty="0"/>
              <a:t> og gjenta prosessen for å få flere skrift-stiler i en tekstboks.</a:t>
            </a:r>
          </a:p>
        </p:txBody>
      </p:sp>
      <p:sp>
        <p:nvSpPr>
          <p:cNvPr id="2" name="Avrundet rektangel 1">
            <a:extLst>
              <a:ext uri="{FF2B5EF4-FFF2-40B4-BE49-F238E27FC236}">
                <a16:creationId xmlns:a16="http://schemas.microsoft.com/office/drawing/2014/main" id="{901A7B4A-DA98-BEAF-FCC8-537B5AE13A51}"/>
              </a:ext>
            </a:extLst>
          </p:cNvPr>
          <p:cNvSpPr/>
          <p:nvPr userDrawn="1"/>
        </p:nvSpPr>
        <p:spPr>
          <a:xfrm>
            <a:off x="387288" y="1781694"/>
            <a:ext cx="3509207" cy="2229372"/>
          </a:xfrm>
          <a:prstGeom prst="roundRect">
            <a:avLst>
              <a:gd name="adj" fmla="val 733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ittel 1">
            <a:extLst>
              <a:ext uri="{FF2B5EF4-FFF2-40B4-BE49-F238E27FC236}">
                <a16:creationId xmlns:a16="http://schemas.microsoft.com/office/drawing/2014/main" id="{8AC7BD2F-DF74-5322-B5AC-6219030D3D28}"/>
              </a:ext>
            </a:extLst>
          </p:cNvPr>
          <p:cNvSpPr txBox="1">
            <a:spLocks/>
          </p:cNvSpPr>
          <p:nvPr userDrawn="1"/>
        </p:nvSpPr>
        <p:spPr>
          <a:xfrm>
            <a:off x="371518" y="354138"/>
            <a:ext cx="7540983" cy="5885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dirty="0"/>
              <a:t>Brukerguide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BE4D6209-9D23-2793-3B85-1A88017A69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76891" y="2379313"/>
            <a:ext cx="583556" cy="308294"/>
          </a:xfrm>
          <a:prstGeom prst="rect">
            <a:avLst/>
          </a:prstGeom>
        </p:spPr>
      </p:pic>
      <p:sp>
        <p:nvSpPr>
          <p:cNvPr id="6" name="Avrundet rektangel 5">
            <a:extLst>
              <a:ext uri="{FF2B5EF4-FFF2-40B4-BE49-F238E27FC236}">
                <a16:creationId xmlns:a16="http://schemas.microsoft.com/office/drawing/2014/main" id="{F8559AA5-4488-6698-EB7E-AD85300932CA}"/>
              </a:ext>
            </a:extLst>
          </p:cNvPr>
          <p:cNvSpPr/>
          <p:nvPr userDrawn="1"/>
        </p:nvSpPr>
        <p:spPr>
          <a:xfrm>
            <a:off x="4088721" y="1781694"/>
            <a:ext cx="3234163" cy="4527031"/>
          </a:xfrm>
          <a:prstGeom prst="roundRect">
            <a:avLst>
              <a:gd name="adj" fmla="val 58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tekst 2">
            <a:extLst>
              <a:ext uri="{FF2B5EF4-FFF2-40B4-BE49-F238E27FC236}">
                <a16:creationId xmlns:a16="http://schemas.microsoft.com/office/drawing/2014/main" id="{2B4CE2BF-B25F-1CF6-91E4-836141EB05BD}"/>
              </a:ext>
            </a:extLst>
          </p:cNvPr>
          <p:cNvSpPr txBox="1">
            <a:spLocks/>
          </p:cNvSpPr>
          <p:nvPr userDrawn="1"/>
        </p:nvSpPr>
        <p:spPr>
          <a:xfrm>
            <a:off x="4178662" y="1965347"/>
            <a:ext cx="2293497" cy="420097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nb-NO" sz="1500" dirty="0"/>
              <a:t>Lysbilder og oppsett</a:t>
            </a:r>
          </a:p>
          <a:p>
            <a:r>
              <a:rPr lang="nb-NO" sz="1100" b="1" dirty="0">
                <a:solidFill>
                  <a:schemeClr val="tx1"/>
                </a:solidFill>
                <a:latin typeface="+mj-lt"/>
              </a:rPr>
              <a:t>Nye lysbilder</a:t>
            </a:r>
            <a:br>
              <a:rPr lang="nb-NO" sz="1100" dirty="0"/>
            </a:br>
            <a:r>
              <a:rPr lang="nb-NO" sz="1100" dirty="0"/>
              <a:t>For å legge til nye lysbilder, så kan du klikke på pilen ved siden av</a:t>
            </a:r>
            <a:r>
              <a:rPr lang="nb-NO" sz="1100" b="0" dirty="0">
                <a:solidFill>
                  <a:schemeClr val="accent5"/>
                </a:solidFill>
              </a:rPr>
              <a:t> </a:t>
            </a:r>
            <a:r>
              <a:rPr lang="nb-NO" sz="1100" b="0" dirty="0">
                <a:solidFill>
                  <a:schemeClr val="accent2"/>
                </a:solidFill>
              </a:rPr>
              <a:t>Nytt lysbilde </a:t>
            </a:r>
            <a:r>
              <a:rPr lang="nb-NO" sz="1100" dirty="0"/>
              <a:t>i </a:t>
            </a:r>
            <a:r>
              <a:rPr lang="nb-NO" sz="1100" b="0" dirty="0">
                <a:solidFill>
                  <a:schemeClr val="accent2"/>
                </a:solidFill>
              </a:rPr>
              <a:t>Hjem</a:t>
            </a:r>
            <a:r>
              <a:rPr lang="nb-NO" sz="1100" dirty="0"/>
              <a:t>-fanen i menyen. Her kan du velge ønsket lysbilde-design. </a:t>
            </a:r>
            <a:br>
              <a:rPr lang="nb-NO" sz="1100" dirty="0"/>
            </a:br>
            <a:br>
              <a:rPr lang="nb-NO" sz="1100" dirty="0"/>
            </a:br>
            <a:r>
              <a:rPr lang="nb-NO" sz="1100" b="1" dirty="0">
                <a:latin typeface="+mj-lt"/>
              </a:rPr>
              <a:t>Endre lysbilde</a:t>
            </a:r>
            <a:br>
              <a:rPr lang="nb-NO" sz="1100" dirty="0"/>
            </a:br>
            <a:r>
              <a:rPr lang="nb-NO" sz="1100" dirty="0"/>
              <a:t>Velg lysbildet du ønsker å </a:t>
            </a:r>
            <a:br>
              <a:rPr lang="nb-NO" sz="1100" dirty="0"/>
            </a:br>
            <a:r>
              <a:rPr lang="nb-NO" sz="1100" dirty="0"/>
              <a:t>endre. Klikk deretter på </a:t>
            </a:r>
            <a:br>
              <a:rPr lang="nb-NO" sz="1100" dirty="0"/>
            </a:br>
            <a:r>
              <a:rPr lang="nb-NO" sz="1100" dirty="0"/>
              <a:t>pilen ved siden av </a:t>
            </a:r>
            <a:r>
              <a:rPr lang="nb-NO" sz="1100" b="0" dirty="0">
                <a:solidFill>
                  <a:schemeClr val="accent2"/>
                </a:solidFill>
              </a:rPr>
              <a:t>Oppsett</a:t>
            </a:r>
            <a:r>
              <a:rPr lang="nb-NO" sz="1100" dirty="0"/>
              <a:t> </a:t>
            </a:r>
            <a:br>
              <a:rPr lang="nb-NO" sz="1100" dirty="0"/>
            </a:br>
            <a:r>
              <a:rPr lang="nb-NO" sz="1100" dirty="0"/>
              <a:t>i Hjem-fanen i menyen.</a:t>
            </a:r>
          </a:p>
          <a:p>
            <a:r>
              <a:rPr lang="nb-NO" sz="1100" b="1" dirty="0">
                <a:latin typeface="+mj-lt"/>
              </a:rPr>
              <a:t>Tilbakestille lysbildet</a:t>
            </a:r>
            <a:br>
              <a:rPr lang="nb-NO" sz="1100" dirty="0"/>
            </a:br>
            <a:r>
              <a:rPr lang="nb-NO" sz="1100" dirty="0"/>
              <a:t>Velg lysbildet du ønsker</a:t>
            </a:r>
            <a:br>
              <a:rPr lang="nb-NO" sz="1100" dirty="0"/>
            </a:br>
            <a:r>
              <a:rPr lang="nb-NO" sz="1100" dirty="0"/>
              <a:t>å tilbakestille. Klikk deretter</a:t>
            </a:r>
            <a:br>
              <a:rPr lang="nb-NO" sz="1100" dirty="0"/>
            </a:br>
            <a:r>
              <a:rPr lang="nb-NO" sz="1100" dirty="0"/>
              <a:t>på knappen </a:t>
            </a:r>
            <a:r>
              <a:rPr lang="nb-NO" sz="1100" b="0" dirty="0">
                <a:solidFill>
                  <a:schemeClr val="accent2"/>
                </a:solidFill>
              </a:rPr>
              <a:t>Tilbakestill</a:t>
            </a:r>
            <a:r>
              <a:rPr lang="nb-NO" sz="1100" dirty="0"/>
              <a:t> for </a:t>
            </a:r>
            <a:br>
              <a:rPr lang="nb-NO" sz="1100" dirty="0"/>
            </a:br>
            <a:r>
              <a:rPr lang="nb-NO" sz="1100" dirty="0"/>
              <a:t>å nullstille oppsettet. 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98266ACA-46F5-34F4-E1F7-923E5E89A3E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8245" y="2460671"/>
            <a:ext cx="597933" cy="736738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824B8A54-B011-9CFB-99DE-C6FC4C24D1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6871" y="4109772"/>
            <a:ext cx="989307" cy="267694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02AF34C5-6722-BC92-D10B-7496C8F35FC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2882" y="5079112"/>
            <a:ext cx="906413" cy="250045"/>
          </a:xfrm>
          <a:prstGeom prst="rect">
            <a:avLst/>
          </a:prstGeom>
        </p:spPr>
      </p:pic>
      <p:sp>
        <p:nvSpPr>
          <p:cNvPr id="11" name="Avrundet rektangel 10">
            <a:extLst>
              <a:ext uri="{FF2B5EF4-FFF2-40B4-BE49-F238E27FC236}">
                <a16:creationId xmlns:a16="http://schemas.microsoft.com/office/drawing/2014/main" id="{F248864C-D52B-CFB4-8C83-3DB9B1EA3907}"/>
              </a:ext>
            </a:extLst>
          </p:cNvPr>
          <p:cNvSpPr/>
          <p:nvPr userDrawn="1"/>
        </p:nvSpPr>
        <p:spPr>
          <a:xfrm>
            <a:off x="7515110" y="4837476"/>
            <a:ext cx="2750759" cy="1471249"/>
          </a:xfrm>
          <a:prstGeom prst="roundRect">
            <a:avLst>
              <a:gd name="adj" fmla="val 733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5214D347-AFB7-AF7E-D80B-36431B528E78}"/>
              </a:ext>
            </a:extLst>
          </p:cNvPr>
          <p:cNvSpPr txBox="1">
            <a:spLocks/>
          </p:cNvSpPr>
          <p:nvPr userDrawn="1"/>
        </p:nvSpPr>
        <p:spPr>
          <a:xfrm>
            <a:off x="7605051" y="5021130"/>
            <a:ext cx="2660818" cy="114297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nb-NO" sz="1500" dirty="0"/>
              <a:t>Støttelinjer</a:t>
            </a:r>
          </a:p>
          <a:p>
            <a:r>
              <a:rPr lang="nb-NO" sz="1100" dirty="0"/>
              <a:t>Velg </a:t>
            </a:r>
            <a:r>
              <a:rPr lang="nb-NO" sz="1100" b="0" dirty="0">
                <a:solidFill>
                  <a:schemeClr val="accent2"/>
                </a:solidFill>
              </a:rPr>
              <a:t>Vis</a:t>
            </a:r>
            <a:r>
              <a:rPr lang="nb-NO" sz="1100" dirty="0"/>
              <a:t>-fanen i menyen, og sett et sjekk-merke ved siden av </a:t>
            </a:r>
            <a:r>
              <a:rPr lang="nb-NO" sz="1100" b="0" dirty="0">
                <a:solidFill>
                  <a:schemeClr val="accent2"/>
                </a:solidFill>
              </a:rPr>
              <a:t>Støttelinjer</a:t>
            </a:r>
            <a:r>
              <a:rPr lang="nb-NO" sz="1100" dirty="0"/>
              <a:t>. Da blir støttelinjene synlige og du kan plassere bokser innenfor de. </a:t>
            </a:r>
          </a:p>
        </p:txBody>
      </p:sp>
      <p:sp>
        <p:nvSpPr>
          <p:cNvPr id="13" name="Avrundet rektangel 12">
            <a:extLst>
              <a:ext uri="{FF2B5EF4-FFF2-40B4-BE49-F238E27FC236}">
                <a16:creationId xmlns:a16="http://schemas.microsoft.com/office/drawing/2014/main" id="{AAE4F8C4-9382-C9E8-7C50-BAB41FCC93EF}"/>
              </a:ext>
            </a:extLst>
          </p:cNvPr>
          <p:cNvSpPr/>
          <p:nvPr userDrawn="1"/>
        </p:nvSpPr>
        <p:spPr>
          <a:xfrm>
            <a:off x="7515110" y="1781695"/>
            <a:ext cx="4289601" cy="2872128"/>
          </a:xfrm>
          <a:prstGeom prst="roundRect">
            <a:avLst>
              <a:gd name="adj" fmla="val 58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83B894BD-5483-6E7E-1478-5A75CE48108C}"/>
              </a:ext>
            </a:extLst>
          </p:cNvPr>
          <p:cNvSpPr txBox="1">
            <a:spLocks/>
          </p:cNvSpPr>
          <p:nvPr userDrawn="1"/>
        </p:nvSpPr>
        <p:spPr>
          <a:xfrm>
            <a:off x="7605050" y="1965348"/>
            <a:ext cx="4012283" cy="2459878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nb-NO" sz="1500" dirty="0"/>
              <a:t>Bilder</a:t>
            </a:r>
          </a:p>
          <a:p>
            <a:r>
              <a:rPr lang="nb-NO" sz="1100" dirty="0"/>
              <a:t>For lysbilder med hvite bildebokser kan du klikke </a:t>
            </a:r>
            <a:br>
              <a:rPr lang="nb-NO" sz="1100" dirty="0"/>
            </a:br>
            <a:r>
              <a:rPr lang="nb-NO" sz="1100" dirty="0"/>
              <a:t>på ikonet for å </a:t>
            </a:r>
            <a:r>
              <a:rPr lang="nb-NO" sz="1100" b="0" dirty="0">
                <a:solidFill>
                  <a:schemeClr val="accent2"/>
                </a:solidFill>
              </a:rPr>
              <a:t>Sette inn bilde fra fil</a:t>
            </a:r>
            <a:r>
              <a:rPr lang="nb-NO" sz="1100" dirty="0"/>
              <a:t>. Ønsker du å </a:t>
            </a:r>
            <a:br>
              <a:rPr lang="nb-NO" sz="1100" dirty="0"/>
            </a:br>
            <a:r>
              <a:rPr lang="nb-NO" sz="1100" dirty="0"/>
              <a:t>sette inn et annet bilde, så sletter du det valgte bilde </a:t>
            </a:r>
            <a:br>
              <a:rPr lang="nb-NO" sz="1100" dirty="0"/>
            </a:br>
            <a:r>
              <a:rPr lang="nb-NO" sz="1100" dirty="0"/>
              <a:t>og klikker på ikonet på ny.</a:t>
            </a:r>
          </a:p>
          <a:p>
            <a:r>
              <a:rPr lang="nb-NO" sz="1100" b="1" dirty="0">
                <a:latin typeface="+mj-lt"/>
              </a:rPr>
              <a:t>Beskjære og skalere bilder i en ramme</a:t>
            </a:r>
            <a:br>
              <a:rPr lang="nb-NO" sz="1100" dirty="0"/>
            </a:br>
            <a:r>
              <a:rPr lang="nb-NO" sz="1100" dirty="0"/>
              <a:t>Velg bildet du ønsker å justere. Klikk på </a:t>
            </a:r>
            <a:r>
              <a:rPr lang="nb-NO" sz="1100" b="0" dirty="0">
                <a:solidFill>
                  <a:schemeClr val="accent2"/>
                </a:solidFill>
              </a:rPr>
              <a:t>Format</a:t>
            </a:r>
            <a:r>
              <a:rPr lang="nb-NO" sz="1100" dirty="0"/>
              <a:t>-fanen i menyen, og velg </a:t>
            </a:r>
            <a:r>
              <a:rPr lang="nb-NO" sz="1100" b="0" dirty="0">
                <a:solidFill>
                  <a:schemeClr val="accent2"/>
                </a:solidFill>
              </a:rPr>
              <a:t>Beskjær</a:t>
            </a:r>
            <a:r>
              <a:rPr lang="nb-NO" sz="1100" dirty="0"/>
              <a:t>. For å skalere bildet må du velge hjørnene på bildet (ikke rammen) og skalere det opp eller ned mens du holder inne </a:t>
            </a:r>
            <a:r>
              <a:rPr lang="nb-NO" sz="1100" b="0" dirty="0">
                <a:solidFill>
                  <a:schemeClr val="accent2"/>
                </a:solidFill>
              </a:rPr>
              <a:t>SHIFT</a:t>
            </a:r>
            <a:r>
              <a:rPr lang="nb-NO" sz="1100" dirty="0"/>
              <a:t>. For å endre fokus på utsnittet klikker du på bildet og drar det til ønsket utsnitt.</a:t>
            </a:r>
          </a:p>
        </p:txBody>
      </p:sp>
      <p:sp>
        <p:nvSpPr>
          <p:cNvPr id="15" name="Avrundet rektangel 14">
            <a:extLst>
              <a:ext uri="{FF2B5EF4-FFF2-40B4-BE49-F238E27FC236}">
                <a16:creationId xmlns:a16="http://schemas.microsoft.com/office/drawing/2014/main" id="{E751FF9A-1F9C-F0E9-4C3E-72C44B4F5F40}"/>
              </a:ext>
            </a:extLst>
          </p:cNvPr>
          <p:cNvSpPr/>
          <p:nvPr userDrawn="1"/>
        </p:nvSpPr>
        <p:spPr>
          <a:xfrm>
            <a:off x="366560" y="4194719"/>
            <a:ext cx="3530960" cy="2114006"/>
          </a:xfrm>
          <a:prstGeom prst="roundRect">
            <a:avLst>
              <a:gd name="adj" fmla="val 58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Plassholder for tekst 2">
            <a:extLst>
              <a:ext uri="{FF2B5EF4-FFF2-40B4-BE49-F238E27FC236}">
                <a16:creationId xmlns:a16="http://schemas.microsoft.com/office/drawing/2014/main" id="{02809CF1-69A8-C84A-5B6E-E699FCF74927}"/>
              </a:ext>
            </a:extLst>
          </p:cNvPr>
          <p:cNvSpPr txBox="1">
            <a:spLocks/>
          </p:cNvSpPr>
          <p:nvPr userDrawn="1"/>
        </p:nvSpPr>
        <p:spPr>
          <a:xfrm>
            <a:off x="456499" y="4378372"/>
            <a:ext cx="3405515" cy="178573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nb-NO" sz="1500" dirty="0"/>
              <a:t>Kopier og lim inn</a:t>
            </a:r>
          </a:p>
          <a:p>
            <a:r>
              <a:rPr lang="nb-NO" sz="1100" dirty="0"/>
              <a:t>To måter å kopiere tekst inn i presentasjonen: </a:t>
            </a:r>
          </a:p>
          <a:p>
            <a:pPr marL="228600" indent="-228600">
              <a:buAutoNum type="arabicPeriod"/>
            </a:pPr>
            <a:r>
              <a:rPr lang="nb-NO" sz="1100" b="0" dirty="0">
                <a:solidFill>
                  <a:schemeClr val="accent2"/>
                </a:solidFill>
              </a:rPr>
              <a:t>Anbefalt: </a:t>
            </a:r>
            <a:r>
              <a:rPr lang="nb-NO" sz="1100" dirty="0"/>
              <a:t>Lag et nytt lysbilde og kopier inn ett og ett element i tekstboksene. </a:t>
            </a:r>
          </a:p>
          <a:p>
            <a:pPr marL="228600" indent="-228600">
              <a:spcBef>
                <a:spcPts val="0"/>
              </a:spcBef>
              <a:buAutoNum type="arabicPeriod"/>
            </a:pPr>
            <a:r>
              <a:rPr lang="nb-NO" sz="1100" dirty="0"/>
              <a:t>Kopier et helt lysbilde inn i presentasjonen, og velg et passende oppsett. </a:t>
            </a:r>
            <a:r>
              <a:rPr lang="nb-NO" sz="1100" i="1" dirty="0"/>
              <a:t>Hugs å slette gamle maler som havner under </a:t>
            </a:r>
            <a:r>
              <a:rPr lang="nb-NO" sz="1100" b="0" i="1" dirty="0">
                <a:solidFill>
                  <a:schemeClr val="accent2"/>
                </a:solidFill>
              </a:rPr>
              <a:t>Vis &gt; Lysbildemal. </a:t>
            </a:r>
          </a:p>
        </p:txBody>
      </p:sp>
      <p:pic>
        <p:nvPicPr>
          <p:cNvPr id="17" name="Bilde 16" descr="Et bilde som inneholder Rektangel, sketch, line, diagram&#10;&#10;Automatisk generert beskrivelse">
            <a:extLst>
              <a:ext uri="{FF2B5EF4-FFF2-40B4-BE49-F238E27FC236}">
                <a16:creationId xmlns:a16="http://schemas.microsoft.com/office/drawing/2014/main" id="{F1BA21F2-30D7-3CE0-23B4-C4B0BA546C0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76731" y="2332560"/>
            <a:ext cx="533400" cy="469900"/>
          </a:xfrm>
          <a:prstGeom prst="rect">
            <a:avLst/>
          </a:prstGeom>
        </p:spPr>
      </p:pic>
      <p:sp>
        <p:nvSpPr>
          <p:cNvPr id="26" name="Avrundet rektangel 25">
            <a:extLst>
              <a:ext uri="{FF2B5EF4-FFF2-40B4-BE49-F238E27FC236}">
                <a16:creationId xmlns:a16="http://schemas.microsoft.com/office/drawing/2014/main" id="{7460917B-1C06-4134-9447-654BDE8E53F8}"/>
              </a:ext>
            </a:extLst>
          </p:cNvPr>
          <p:cNvSpPr/>
          <p:nvPr userDrawn="1"/>
        </p:nvSpPr>
        <p:spPr>
          <a:xfrm>
            <a:off x="10458095" y="4837476"/>
            <a:ext cx="1367345" cy="1471249"/>
          </a:xfrm>
          <a:prstGeom prst="roundRect">
            <a:avLst>
              <a:gd name="adj" fmla="val 7334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7" name="Plassholder for tekst 2">
            <a:extLst>
              <a:ext uri="{FF2B5EF4-FFF2-40B4-BE49-F238E27FC236}">
                <a16:creationId xmlns:a16="http://schemas.microsoft.com/office/drawing/2014/main" id="{2271ACA4-6FE3-0A7A-00B5-F0F9607EF85F}"/>
              </a:ext>
            </a:extLst>
          </p:cNvPr>
          <p:cNvSpPr txBox="1">
            <a:spLocks/>
          </p:cNvSpPr>
          <p:nvPr userDrawn="1"/>
        </p:nvSpPr>
        <p:spPr>
          <a:xfrm>
            <a:off x="10548035" y="5021130"/>
            <a:ext cx="1256675" cy="114297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nb-NO" sz="1200" dirty="0"/>
              <a:t>Designtips</a:t>
            </a:r>
          </a:p>
          <a:p>
            <a:r>
              <a:rPr lang="nb-NO" sz="1100" dirty="0"/>
              <a:t>For å sikre et enhetlig design bør du unngå å flytte på bokser. </a:t>
            </a:r>
          </a:p>
        </p:txBody>
      </p:sp>
      <p:sp>
        <p:nvSpPr>
          <p:cNvPr id="28" name="Plassholder for tekst 2">
            <a:extLst>
              <a:ext uri="{FF2B5EF4-FFF2-40B4-BE49-F238E27FC236}">
                <a16:creationId xmlns:a16="http://schemas.microsoft.com/office/drawing/2014/main" id="{EC767BD2-8ED4-FAF3-8D0D-0232EF7736DB}"/>
              </a:ext>
            </a:extLst>
          </p:cNvPr>
          <p:cNvSpPr txBox="1">
            <a:spLocks/>
          </p:cNvSpPr>
          <p:nvPr userDrawn="1"/>
        </p:nvSpPr>
        <p:spPr>
          <a:xfrm>
            <a:off x="11357002" y="5028719"/>
            <a:ext cx="386236" cy="26570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ctr"/>
            <a:r>
              <a:rPr lang="nb-NO" sz="1500" dirty="0"/>
              <a:t>🙏</a:t>
            </a:r>
            <a:endParaRPr lang="nb-NO" sz="1200" dirty="0"/>
          </a:p>
        </p:txBody>
      </p:sp>
      <p:sp>
        <p:nvSpPr>
          <p:cNvPr id="18" name="Avrundet rektangel 17">
            <a:extLst>
              <a:ext uri="{FF2B5EF4-FFF2-40B4-BE49-F238E27FC236}">
                <a16:creationId xmlns:a16="http://schemas.microsoft.com/office/drawing/2014/main" id="{4D97D874-6D2B-770A-6014-0EA23444BF99}"/>
              </a:ext>
            </a:extLst>
          </p:cNvPr>
          <p:cNvSpPr/>
          <p:nvPr userDrawn="1"/>
        </p:nvSpPr>
        <p:spPr>
          <a:xfrm>
            <a:off x="4088722" y="366552"/>
            <a:ext cx="7715990" cy="1186546"/>
          </a:xfrm>
          <a:prstGeom prst="roundRect">
            <a:avLst>
              <a:gd name="adj" fmla="val 1865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Plassholder for tekst 2">
            <a:extLst>
              <a:ext uri="{FF2B5EF4-FFF2-40B4-BE49-F238E27FC236}">
                <a16:creationId xmlns:a16="http://schemas.microsoft.com/office/drawing/2014/main" id="{483F8EE6-447F-069B-6948-6E3D3D58F836}"/>
              </a:ext>
            </a:extLst>
          </p:cNvPr>
          <p:cNvSpPr txBox="1">
            <a:spLocks/>
          </p:cNvSpPr>
          <p:nvPr userDrawn="1"/>
        </p:nvSpPr>
        <p:spPr>
          <a:xfrm>
            <a:off x="4323068" y="550205"/>
            <a:ext cx="7424927" cy="71798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Franklin Gothic Demi" panose="020B0603020102020204" pitchFamily="34" charset="0"/>
                <a:ea typeface="+mn-ea"/>
                <a:cs typeface="+mn-cs"/>
              </a:defRPr>
            </a:lvl3pPr>
            <a:lvl4pPr marL="290513" indent="-2857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nb-NO" sz="1500" dirty="0"/>
              <a:t>Bunntekst</a:t>
            </a:r>
          </a:p>
          <a:p>
            <a:r>
              <a:rPr lang="nb-NO" sz="1100" dirty="0">
                <a:solidFill>
                  <a:schemeClr val="tx1"/>
                </a:solidFill>
              </a:rPr>
              <a:t>Når presentasjonen er ferdig, kan du legge til bunntekst med tittel, sidetall og dato. Klikk på </a:t>
            </a:r>
            <a:r>
              <a:rPr lang="nb-NO" sz="1100" dirty="0">
                <a:solidFill>
                  <a:schemeClr val="accent2"/>
                </a:solidFill>
              </a:rPr>
              <a:t>Sett inn</a:t>
            </a:r>
            <a:r>
              <a:rPr lang="nb-NO" sz="1100" dirty="0">
                <a:solidFill>
                  <a:schemeClr val="tx1"/>
                </a:solidFill>
              </a:rPr>
              <a:t>-fanen i menyen, velger </a:t>
            </a:r>
            <a:r>
              <a:rPr lang="nb-NO" sz="1100" dirty="0">
                <a:solidFill>
                  <a:schemeClr val="accent2"/>
                </a:solidFill>
              </a:rPr>
              <a:t>Topptekst og bunntekst</a:t>
            </a:r>
            <a:r>
              <a:rPr lang="nb-NO" sz="1100" dirty="0">
                <a:solidFill>
                  <a:schemeClr val="tx1"/>
                </a:solidFill>
              </a:rPr>
              <a:t>, og huker av for det du ønsker å vise. Her må du også skrive inn tittel manuelt</a:t>
            </a:r>
            <a:r>
              <a:rPr lang="nb-NO" sz="11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13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image" Target="../media/image1.sv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F230BB4-2890-90BE-851E-75479749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14045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5715824-B798-9C6A-E2AC-F227F2E68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58449"/>
            <a:ext cx="10514012" cy="3933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841E52F-B446-1981-38A5-5F0ED0354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9788" y="6200775"/>
            <a:ext cx="4114800" cy="356067"/>
          </a:xfrm>
          <a:prstGeom prst="rect">
            <a:avLst/>
          </a:prstGeom>
        </p:spPr>
        <p:txBody>
          <a:bodyPr vert="horz" lIns="91440" tIns="0" rIns="0" bIns="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nb-NO" dirty="0"/>
              <a:t>Tittel på presentasjonen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A33F41D-F5AE-F08E-4F8A-895374635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191" y="6322363"/>
            <a:ext cx="304800" cy="273515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281B636-336A-FE4D-0EC9-B23C23EB4A1E}"/>
              </a:ext>
            </a:extLst>
          </p:cNvPr>
          <p:cNvSpPr txBox="1"/>
          <p:nvPr userDrawn="1"/>
        </p:nvSpPr>
        <p:spPr>
          <a:xfrm>
            <a:off x="1496291" y="69577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b-NO" dirty="0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048BD6E-852E-5D43-9377-036FCA8F9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8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18" r:id="rId3"/>
    <p:sldLayoutId id="2147483708" r:id="rId4"/>
    <p:sldLayoutId id="2147483724" r:id="rId5"/>
    <p:sldLayoutId id="2147483716" r:id="rId6"/>
    <p:sldLayoutId id="2147483719" r:id="rId7"/>
    <p:sldLayoutId id="2147483715" r:id="rId8"/>
    <p:sldLayoutId id="2147483734" r:id="rId9"/>
    <p:sldLayoutId id="2147483747" r:id="rId10"/>
    <p:sldLayoutId id="2147483735" r:id="rId11"/>
    <p:sldLayoutId id="2147483711" r:id="rId12"/>
    <p:sldLayoutId id="2147483710" r:id="rId13"/>
    <p:sldLayoutId id="2147483709" r:id="rId14"/>
    <p:sldLayoutId id="2147483722" r:id="rId15"/>
    <p:sldLayoutId id="2147483721" r:id="rId16"/>
    <p:sldLayoutId id="2147483723" r:id="rId17"/>
    <p:sldLayoutId id="2147483748" r:id="rId18"/>
  </p:sldLayoutIdLst>
  <p:transition>
    <p:fade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5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638" indent="-274638" algn="l" defTabSz="914400" rtl="0" eaLnBrk="1" latinLnBrk="0" hangingPunct="1">
        <a:lnSpc>
          <a:spcPct val="11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tabLst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357188" indent="-347663" algn="l" defTabSz="914400" rtl="0" eaLnBrk="1" latinLnBrk="0" hangingPunct="1">
        <a:lnSpc>
          <a:spcPct val="110000"/>
        </a:lnSpc>
        <a:spcBef>
          <a:spcPts val="500"/>
        </a:spcBef>
        <a:spcAft>
          <a:spcPts val="500"/>
        </a:spcAft>
        <a:buFontTx/>
        <a:buBlip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</a:buBlip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938" indent="0" algn="l" defTabSz="914400" rtl="0" eaLnBrk="1" latinLnBrk="0" hangingPunct="1">
        <a:lnSpc>
          <a:spcPct val="110000"/>
        </a:lnSpc>
        <a:spcBef>
          <a:spcPts val="500"/>
        </a:spcBef>
        <a:spcAft>
          <a:spcPts val="500"/>
        </a:spcAft>
        <a:buFont typeface="Arial" panose="020B0604020202020204" pitchFamily="34" charset="0"/>
        <a:buNone/>
        <a:tabLst/>
        <a:defRPr sz="1800" b="1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938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tabLst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2" pos="52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72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F230BB4-2890-90BE-851E-75479749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638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5715824-B798-9C6A-E2AC-F227F2E68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824508"/>
            <a:ext cx="10514012" cy="1980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841E52F-B446-1981-38A5-5F0ED0354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9788" y="6200775"/>
            <a:ext cx="4114800" cy="356067"/>
          </a:xfrm>
          <a:prstGeom prst="rect">
            <a:avLst/>
          </a:prstGeom>
        </p:spPr>
        <p:txBody>
          <a:bodyPr vert="horz" lIns="91440" tIns="0" rIns="0" bIns="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A33F41D-F5AE-F08E-4F8A-895374635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191" y="6322363"/>
            <a:ext cx="304800" cy="273515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pPr algn="ctr"/>
            <a:fld id="{55971175-16FF-D246-8503-4734F8508538}" type="slidenum">
              <a:rPr lang="nb-NO" smtClean="0"/>
              <a:pPr algn="ctr"/>
              <a:t>‹#›</a:t>
            </a:fld>
            <a:endParaRPr lang="nb-NO" dirty="0"/>
          </a:p>
        </p:txBody>
      </p:sp>
      <p:pic>
        <p:nvPicPr>
          <p:cNvPr id="7" name="Grafikk 6">
            <a:extLst>
              <a:ext uri="{FF2B5EF4-FFF2-40B4-BE49-F238E27FC236}">
                <a16:creationId xmlns:a16="http://schemas.microsoft.com/office/drawing/2014/main" id="{1152BD8B-71D9-D353-A678-F821A9AC14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4429" y="6272975"/>
            <a:ext cx="505632" cy="3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8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41" r:id="rId2"/>
    <p:sldLayoutId id="2147483743" r:id="rId3"/>
    <p:sldLayoutId id="2147483742" r:id="rId4"/>
    <p:sldLayoutId id="2147483705" r:id="rId5"/>
    <p:sldLayoutId id="2147483706" r:id="rId6"/>
    <p:sldLayoutId id="2147483736" r:id="rId7"/>
    <p:sldLayoutId id="2147483737" r:id="rId8"/>
    <p:sldLayoutId id="2147483738" r:id="rId9"/>
    <p:sldLayoutId id="2147483739" r:id="rId10"/>
    <p:sldLayoutId id="2147483728" r:id="rId11"/>
    <p:sldLayoutId id="2147483726" r:id="rId12"/>
    <p:sldLayoutId id="2147483749" r:id="rId13"/>
    <p:sldLayoutId id="2147483727" r:id="rId14"/>
    <p:sldLayoutId id="2147483746" r:id="rId15"/>
    <p:sldLayoutId id="2147483745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638" indent="-274638" algn="l" defTabSz="914400" rtl="0" eaLnBrk="1" latinLnBrk="0" hangingPunct="1">
        <a:lnSpc>
          <a:spcPct val="110000"/>
        </a:lnSpc>
        <a:spcBef>
          <a:spcPts val="500"/>
        </a:spcBef>
        <a:spcAft>
          <a:spcPts val="500"/>
        </a:spcAft>
        <a:buFont typeface="Arial" panose="020B0604020202020204" pitchFamily="34" charset="0"/>
        <a:buChar char="•"/>
        <a:tabLst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357188" indent="-349250" algn="l" defTabSz="914400" rtl="0" eaLnBrk="1" latinLnBrk="0" hangingPunct="1">
        <a:lnSpc>
          <a:spcPct val="110000"/>
        </a:lnSpc>
        <a:spcBef>
          <a:spcPts val="500"/>
        </a:spcBef>
        <a:spcAft>
          <a:spcPts val="500"/>
        </a:spcAft>
        <a:buFontTx/>
        <a:buBlip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</a:buBlip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938" indent="0" algn="l" defTabSz="914400" rtl="0" eaLnBrk="1" latinLnBrk="0" hangingPunct="1">
        <a:lnSpc>
          <a:spcPct val="110000"/>
        </a:lnSpc>
        <a:spcBef>
          <a:spcPts val="500"/>
        </a:spcBef>
        <a:spcAft>
          <a:spcPts val="500"/>
        </a:spcAft>
        <a:buFont typeface="Arial" panose="020B0604020202020204" pitchFamily="34" charset="0"/>
        <a:buNone/>
        <a:tabLst/>
        <a:defRPr sz="1800" b="1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938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tabLst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29">
          <p15:clr>
            <a:srgbClr val="F26B43"/>
          </p15:clr>
        </p15:guide>
        <p15:guide id="3" pos="7151">
          <p15:clr>
            <a:srgbClr val="F26B43"/>
          </p15:clr>
        </p15:guide>
        <p15:guide id="4" orient="horz" pos="365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73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4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gacy.python.org/dev/peps/pep-0008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git-scm.com/install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9.png"/><Relationship Id="rId2" Type="http://schemas.openxmlformats.org/officeDocument/2006/relationships/hyperlink" Target="https://git-scm.com/install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hyperlink" Target="https://code.visualstudio.com/docs/sourcecontrol/quickstart" TargetMode="External"/><Relationship Id="rId4" Type="http://schemas.openxmlformats.org/officeDocument/2006/relationships/hyperlink" Target="https://docs.github.com/en/get-started/start-your-journey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sourcecontrol/quickstart" TargetMode="External"/><Relationship Id="rId7" Type="http://schemas.openxmlformats.org/officeDocument/2006/relationships/hyperlink" Target="https://learn.microsoft.com/en-us/training/modules/intro-to-git/?ns-enrollment-type=Collection&amp;ns-enrollment-id=o1njfe825p602p" TargetMode="External"/><Relationship Id="rId2" Type="http://schemas.openxmlformats.org/officeDocument/2006/relationships/hyperlink" Target="https://git-scm.com/book/en/v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ssing.csail.mit.edu/" TargetMode="External"/><Relationship Id="rId5" Type="http://schemas.openxmlformats.org/officeDocument/2006/relationships/hyperlink" Target="https://www.youtube.com/watch?v=9K8lB61dl3Y" TargetMode="External"/><Relationship Id="rId4" Type="http://schemas.openxmlformats.org/officeDocument/2006/relationships/hyperlink" Target="https://learngitbranching.js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-scm.com/book/en/v2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git-scm.com/book/en/v2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1597/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1597/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ptal.com/developers/gitignore" TargetMode="Externa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on.org/json-en.html" TargetMode="External"/><Relationship Id="rId2" Type="http://schemas.openxmlformats.org/officeDocument/2006/relationships/hyperlink" Target="https://en.wikipedia.org/wiki/JS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on.org/json-en.html" TargetMode="External"/><Relationship Id="rId2" Type="http://schemas.openxmlformats.org/officeDocument/2006/relationships/hyperlink" Target="https://en.wikipedia.org/wiki/JS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yaml.org/spec/1.2.1/" TargetMode="External"/><Relationship Id="rId7" Type="http://schemas.openxmlformats.org/officeDocument/2006/relationships/image" Target="../media/image59.png"/><Relationship Id="rId2" Type="http://schemas.openxmlformats.org/officeDocument/2006/relationships/hyperlink" Target="https://en.wikipedia.org/wiki/YA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hyperlink" Target="https://en.wikipedia.org/wiki/XML" TargetMode="External"/><Relationship Id="rId4" Type="http://schemas.openxmlformats.org/officeDocument/2006/relationships/hyperlink" Target="https://pyyaml.org/wiki/PyYAMLDocumentation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en.wikipedia.org/wiki/TO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0B26BB-0EE3-BC0D-6058-249666FE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INF201 – Lecture 04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898348F-52CF-3BC9-7D4C-A1A8232828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28</a:t>
            </a:r>
            <a:r>
              <a:rPr lang="en-GB" noProof="0" dirty="0" err="1"/>
              <a:t>th</a:t>
            </a:r>
            <a:r>
              <a:rPr lang="en-GB" noProof="0" dirty="0"/>
              <a:t> Sept 2026</a:t>
            </a:r>
          </a:p>
        </p:txBody>
      </p:sp>
    </p:spTree>
    <p:extLst>
      <p:ext uri="{BB962C8B-B14F-4D97-AF65-F5344CB8AC3E}">
        <p14:creationId xmlns:p14="http://schemas.microsoft.com/office/powerpoint/2010/main" val="280240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A1B5D4C-9B53-13BF-BA38-C9B6ED0261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noProof="0" dirty="0"/>
              <a:t>Today’s topics</a:t>
            </a:r>
          </a:p>
        </p:txBody>
      </p:sp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7AEC3EE3-510C-AB9B-B930-163D987B2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779277"/>
            <a:ext cx="10524564" cy="3826276"/>
          </a:xfrm>
        </p:spPr>
        <p:txBody>
          <a:bodyPr/>
          <a:lstStyle/>
          <a:p>
            <a:r>
              <a:rPr lang="en-GB" dirty="0"/>
              <a:t>Brief</a:t>
            </a:r>
            <a:r>
              <a:rPr lang="en-GB" noProof="0" dirty="0"/>
              <a:t> recap </a:t>
            </a:r>
          </a:p>
          <a:p>
            <a:r>
              <a:rPr lang="en-GB" noProof="0" dirty="0"/>
              <a:t>GenAI in INF201</a:t>
            </a:r>
          </a:p>
          <a:p>
            <a:r>
              <a:rPr lang="en-GB" noProof="0" dirty="0"/>
              <a:t>Mandatory exercises</a:t>
            </a:r>
          </a:p>
          <a:p>
            <a:r>
              <a:rPr lang="en-GB" noProof="0" dirty="0"/>
              <a:t>Version control</a:t>
            </a:r>
          </a:p>
          <a:p>
            <a:r>
              <a:rPr lang="en-GB" dirty="0"/>
              <a:t>Git (and GitHub)</a:t>
            </a:r>
          </a:p>
          <a:p>
            <a:r>
              <a:rPr lang="en-GB" dirty="0"/>
              <a:t>Common file formats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099664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AA8B9-4E99-95FC-F924-B54C395301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noProof="0" dirty="0"/>
              <a:t>We use Python and Visual Studio Coade (VSC)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We work in virtual environments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noProof="0" dirty="0"/>
              <a:t>We write well-formatted code</a:t>
            </a:r>
          </a:p>
          <a:p>
            <a:pPr marL="560388" lvl="1" indent="-285750"/>
            <a:r>
              <a:rPr lang="en-GB" dirty="0"/>
              <a:t>Follow </a:t>
            </a:r>
            <a:r>
              <a:rPr lang="en-GB" dirty="0">
                <a:hlinkClick r:id="rId2"/>
              </a:rPr>
              <a:t>PEP8</a:t>
            </a:r>
            <a:r>
              <a:rPr lang="en-GB" dirty="0"/>
              <a:t> style guide</a:t>
            </a:r>
          </a:p>
          <a:p>
            <a:pPr marL="560388" lvl="1" indent="-285750"/>
            <a:r>
              <a:rPr lang="en-GB" dirty="0"/>
              <a:t>Functions have doc-strings</a:t>
            </a:r>
          </a:p>
          <a:p>
            <a:pPr marL="560388" lvl="1" indent="-285750"/>
            <a:r>
              <a:rPr lang="en-GB" dirty="0"/>
              <a:t>Functions have type-hints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have discussed how Python is a dynamically typed language</a:t>
            </a:r>
          </a:p>
          <a:p>
            <a:pPr lvl="1" indent="0">
              <a:buNone/>
            </a:pPr>
            <a:endParaRPr lang="en-GB" noProof="0" dirty="0"/>
          </a:p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04489-F490-C372-96B0-924E055741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have done a deep dive into lists</a:t>
            </a:r>
          </a:p>
          <a:p>
            <a:pPr marL="560388" lvl="1" indent="-285750"/>
            <a:r>
              <a:rPr lang="en-GB" dirty="0"/>
              <a:t>Copying lists (including </a:t>
            </a:r>
            <a:r>
              <a:rPr lang="en-GB" dirty="0" err="1"/>
              <a:t>deepcopy</a:t>
            </a:r>
            <a:r>
              <a:rPr lang="en-GB" dirty="0"/>
              <a:t>)</a:t>
            </a:r>
          </a:p>
          <a:p>
            <a:pPr marL="560388" lvl="1" indent="-285750"/>
            <a:r>
              <a:rPr lang="en-GB" dirty="0"/>
              <a:t>List comprehension</a:t>
            </a:r>
          </a:p>
          <a:p>
            <a:pPr marL="560388" lvl="1" indent="-285750"/>
            <a:r>
              <a:rPr lang="en-GB" dirty="0"/>
              <a:t>List unpacking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learned</a:t>
            </a:r>
            <a:r>
              <a:rPr lang="nb-NO" dirty="0"/>
              <a:t> </a:t>
            </a:r>
            <a:r>
              <a:rPr lang="nb-NO" dirty="0" err="1"/>
              <a:t>how</a:t>
            </a:r>
            <a:r>
              <a:rPr lang="nb-NO" dirty="0"/>
              <a:t> to </a:t>
            </a:r>
            <a:r>
              <a:rPr lang="nb-NO" dirty="0" err="1"/>
              <a:t>work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files and </a:t>
            </a:r>
            <a:r>
              <a:rPr lang="nb-NO" dirty="0" err="1"/>
              <a:t>directories</a:t>
            </a:r>
            <a:r>
              <a:rPr lang="nb-NO" dirty="0"/>
              <a:t> in Python </a:t>
            </a:r>
            <a:r>
              <a:rPr lang="nb-NO" dirty="0" err="1"/>
              <a:t>using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pathlib</a:t>
            </a:r>
            <a:r>
              <a:rPr lang="nb-NO" dirty="0"/>
              <a:t> </a:t>
            </a:r>
            <a:r>
              <a:rPr lang="nb-NO" dirty="0" err="1"/>
              <a:t>library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This is an </a:t>
            </a:r>
            <a:r>
              <a:rPr lang="nb-NO" dirty="0" err="1"/>
              <a:t>advanced</a:t>
            </a:r>
            <a:r>
              <a:rPr lang="nb-NO" dirty="0"/>
              <a:t> </a:t>
            </a:r>
            <a:r>
              <a:rPr lang="nb-NO" dirty="0" err="1"/>
              <a:t>course</a:t>
            </a:r>
            <a:r>
              <a:rPr lang="nb-NO" dirty="0"/>
              <a:t>, so I am </a:t>
            </a:r>
            <a:r>
              <a:rPr lang="nb-NO" dirty="0" err="1"/>
              <a:t>assuming</a:t>
            </a:r>
            <a:r>
              <a:rPr lang="nb-NO" dirty="0"/>
              <a:t> </a:t>
            </a:r>
            <a:r>
              <a:rPr lang="nb-NO" dirty="0" err="1"/>
              <a:t>previous</a:t>
            </a:r>
            <a:r>
              <a:rPr lang="nb-NO" dirty="0"/>
              <a:t> Python </a:t>
            </a:r>
            <a:r>
              <a:rPr lang="nb-NO" dirty="0" err="1"/>
              <a:t>knowledge</a:t>
            </a:r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E154F-431E-3663-52F4-36624D92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Brief recap for new (and old) students</a:t>
            </a:r>
          </a:p>
        </p:txBody>
      </p:sp>
    </p:spTree>
    <p:extLst>
      <p:ext uri="{BB962C8B-B14F-4D97-AF65-F5344CB8AC3E}">
        <p14:creationId xmlns:p14="http://schemas.microsoft.com/office/powerpoint/2010/main" val="321550278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8A11-03EF-85BF-C609-5DB446CA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400D2-10A8-129D-5501-BA6C7D6C1E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noProof="0" dirty="0"/>
              <a:t>Not allowed: Copy the entire assignment into a GenAI and just hand in whatever it gives you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Other use of GenAI for assignments is allowed, but we want to see your AI chat log</a:t>
            </a:r>
          </a:p>
          <a:p>
            <a:pPr marL="560388" lvl="1" indent="-285750"/>
            <a:r>
              <a:rPr lang="en-GB" dirty="0"/>
              <a:t>For summarising a long log, prompt: “Could you list the questions I have asked you and give a short summary of our conversation?”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For now, we use GenAI as an advanced search engine, we will look at agentic coding later </a:t>
            </a:r>
          </a:p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94705B-B6A4-F9CC-CED3-F814061D44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Examples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good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:</a:t>
            </a:r>
          </a:p>
          <a:p>
            <a:pPr marL="560388" lvl="1" indent="-285750"/>
            <a:r>
              <a:rPr lang="nb-NO" dirty="0"/>
              <a:t>«</a:t>
            </a:r>
            <a:r>
              <a:rPr lang="nb-NO" dirty="0" err="1"/>
              <a:t>Could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give</a:t>
            </a:r>
            <a:r>
              <a:rPr lang="nb-NO" dirty="0"/>
              <a:t> </a:t>
            </a:r>
            <a:r>
              <a:rPr lang="nb-NO" dirty="0" err="1"/>
              <a:t>me</a:t>
            </a:r>
            <a:r>
              <a:rPr lang="nb-NO" dirty="0"/>
              <a:t> an </a:t>
            </a:r>
            <a:r>
              <a:rPr lang="nb-NO" dirty="0" err="1"/>
              <a:t>overview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basic</a:t>
            </a:r>
            <a:r>
              <a:rPr lang="nb-NO" dirty="0"/>
              <a:t> Python </a:t>
            </a:r>
            <a:r>
              <a:rPr lang="nb-NO" dirty="0" err="1"/>
              <a:t>that</a:t>
            </a:r>
            <a:r>
              <a:rPr lang="nb-NO" dirty="0"/>
              <a:t> I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review</a:t>
            </a:r>
            <a:r>
              <a:rPr lang="nb-NO" dirty="0"/>
              <a:t> </a:t>
            </a:r>
            <a:r>
              <a:rPr lang="nb-NO" dirty="0" err="1"/>
              <a:t>before</a:t>
            </a:r>
            <a:r>
              <a:rPr lang="nb-NO" dirty="0"/>
              <a:t> my </a:t>
            </a:r>
            <a:r>
              <a:rPr lang="nb-NO" dirty="0" err="1"/>
              <a:t>next</a:t>
            </a:r>
            <a:r>
              <a:rPr lang="nb-NO" dirty="0"/>
              <a:t> </a:t>
            </a:r>
            <a:r>
              <a:rPr lang="nb-NO" dirty="0" err="1"/>
              <a:t>course</a:t>
            </a:r>
            <a:r>
              <a:rPr lang="nb-NO" dirty="0"/>
              <a:t>?»</a:t>
            </a:r>
          </a:p>
          <a:p>
            <a:pPr marL="560388" lvl="1" indent="-285750"/>
            <a:r>
              <a:rPr lang="nb-NO" dirty="0"/>
              <a:t>«I </a:t>
            </a:r>
            <a:r>
              <a:rPr lang="nb-NO" dirty="0" err="1"/>
              <a:t>don’t</a:t>
            </a:r>
            <a:r>
              <a:rPr lang="nb-NO" dirty="0"/>
              <a:t> understand </a:t>
            </a: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specific</a:t>
            </a:r>
            <a:r>
              <a:rPr lang="nb-NO" dirty="0"/>
              <a:t> line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</a:t>
            </a:r>
            <a:r>
              <a:rPr lang="nb-NO" dirty="0" err="1"/>
              <a:t>does</a:t>
            </a:r>
            <a:r>
              <a:rPr lang="nb-NO" dirty="0"/>
              <a:t>, </a:t>
            </a:r>
            <a:r>
              <a:rPr lang="nb-NO" dirty="0" err="1"/>
              <a:t>could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explain</a:t>
            </a:r>
            <a:r>
              <a:rPr lang="nb-NO" dirty="0"/>
              <a:t> it? </a:t>
            </a:r>
            <a:r>
              <a:rPr lang="nb-NO" dirty="0" err="1"/>
              <a:t>Could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give</a:t>
            </a:r>
            <a:r>
              <a:rPr lang="nb-NO" dirty="0"/>
              <a:t> </a:t>
            </a:r>
            <a:r>
              <a:rPr lang="nb-NO" dirty="0" err="1"/>
              <a:t>me</a:t>
            </a:r>
            <a:r>
              <a:rPr lang="nb-NO" dirty="0"/>
              <a:t> a more </a:t>
            </a:r>
            <a:r>
              <a:rPr lang="nb-NO" dirty="0" err="1"/>
              <a:t>beginner</a:t>
            </a:r>
            <a:r>
              <a:rPr lang="nb-NO" dirty="0"/>
              <a:t> </a:t>
            </a:r>
            <a:r>
              <a:rPr lang="nb-NO" dirty="0" err="1"/>
              <a:t>friendly</a:t>
            </a:r>
            <a:r>
              <a:rPr lang="nb-NO" dirty="0"/>
              <a:t> alternative»</a:t>
            </a:r>
          </a:p>
          <a:p>
            <a:pPr marL="560388" lvl="1" indent="-285750"/>
            <a:r>
              <a:rPr lang="nb-NO" dirty="0"/>
              <a:t>«I have a file </a:t>
            </a:r>
            <a:r>
              <a:rPr lang="nb-NO" dirty="0" err="1"/>
              <a:t>of</a:t>
            </a:r>
            <a:r>
              <a:rPr lang="nb-NO" dirty="0"/>
              <a:t> &lt;type&gt;, </a:t>
            </a:r>
            <a:r>
              <a:rPr lang="nb-NO" dirty="0" err="1"/>
              <a:t>how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I </a:t>
            </a:r>
            <a:r>
              <a:rPr lang="nb-NO" dirty="0" err="1"/>
              <a:t>read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in Python?»</a:t>
            </a:r>
          </a:p>
          <a:p>
            <a:pPr marL="560388" lvl="1" indent="-285750"/>
            <a:r>
              <a:rPr lang="nb-NO" dirty="0"/>
              <a:t>«I am </a:t>
            </a:r>
            <a:r>
              <a:rPr lang="nb-NO" dirty="0" err="1"/>
              <a:t>getting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error</a:t>
            </a:r>
            <a:r>
              <a:rPr lang="nb-NO" dirty="0"/>
              <a:t> </a:t>
            </a:r>
            <a:r>
              <a:rPr lang="nb-NO" dirty="0" err="1"/>
              <a:t>message</a:t>
            </a:r>
            <a:r>
              <a:rPr lang="nb-NO" dirty="0"/>
              <a:t>, </a:t>
            </a: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could</a:t>
            </a:r>
            <a:r>
              <a:rPr lang="nb-NO" dirty="0"/>
              <a:t> it </a:t>
            </a:r>
            <a:r>
              <a:rPr lang="nb-NO" dirty="0" err="1"/>
              <a:t>mean</a:t>
            </a:r>
            <a:r>
              <a:rPr lang="nb-NO" dirty="0"/>
              <a:t>?»</a:t>
            </a:r>
          </a:p>
          <a:p>
            <a:pPr marL="560388" lvl="1" indent="-285750"/>
            <a:r>
              <a:rPr lang="nb-NO" dirty="0"/>
              <a:t>«I am </a:t>
            </a:r>
            <a:r>
              <a:rPr lang="nb-NO" dirty="0" err="1"/>
              <a:t>stuck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assignment</a:t>
            </a:r>
            <a:r>
              <a:rPr lang="nb-NO" dirty="0"/>
              <a:t>. </a:t>
            </a:r>
            <a:r>
              <a:rPr lang="nb-NO" dirty="0" err="1"/>
              <a:t>Without</a:t>
            </a:r>
            <a:r>
              <a:rPr lang="nb-NO" dirty="0"/>
              <a:t> </a:t>
            </a:r>
            <a:r>
              <a:rPr lang="nb-NO" dirty="0" err="1"/>
              <a:t>solving</a:t>
            </a:r>
            <a:r>
              <a:rPr lang="nb-NO" dirty="0"/>
              <a:t> it for </a:t>
            </a:r>
            <a:r>
              <a:rPr lang="nb-NO" dirty="0" err="1"/>
              <a:t>me</a:t>
            </a:r>
            <a:r>
              <a:rPr lang="nb-NO" dirty="0"/>
              <a:t>, </a:t>
            </a:r>
            <a:r>
              <a:rPr lang="nb-NO" dirty="0" err="1"/>
              <a:t>could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give</a:t>
            </a:r>
            <a:r>
              <a:rPr lang="nb-NO" dirty="0"/>
              <a:t> </a:t>
            </a:r>
            <a:r>
              <a:rPr lang="nb-NO" dirty="0" err="1"/>
              <a:t>me</a:t>
            </a:r>
            <a:r>
              <a:rPr lang="nb-NO" dirty="0"/>
              <a:t> a hint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how</a:t>
            </a:r>
            <a:r>
              <a:rPr lang="nb-NO" dirty="0"/>
              <a:t> to start?»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BD404-EFEB-2ABE-68C6-53EB74B9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How do we use GenAI in INF201?</a:t>
            </a:r>
          </a:p>
        </p:txBody>
      </p:sp>
    </p:spTree>
    <p:extLst>
      <p:ext uri="{BB962C8B-B14F-4D97-AF65-F5344CB8AC3E}">
        <p14:creationId xmlns:p14="http://schemas.microsoft.com/office/powerpoint/2010/main" val="152693578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E1BF-5ED5-8EF9-CC49-B5ABA171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BBE7-5C07-03C4-5D62-316264AF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Mandatory assignments (week 37- 40)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90EEE-794F-551F-9D7F-00273CC93A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noProof="0" dirty="0"/>
              <a:t>This is the last week of weekly exercises with mandatory attendance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Since we have a group of new students joining the course late, there will be an extra assignment in week 41</a:t>
            </a:r>
          </a:p>
          <a:p>
            <a:pPr marL="560388" lvl="1" indent="-285750"/>
            <a:r>
              <a:rPr lang="en-GB" dirty="0"/>
              <a:t>You can also join this one if you are missing some points from the first four weeks</a:t>
            </a:r>
          </a:p>
          <a:p>
            <a:pPr marL="560388" lvl="1" indent="-285750"/>
            <a:r>
              <a:rPr lang="en-GB" dirty="0"/>
              <a:t>This is in addition to the extra assignment that will be given at the end of the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If you have at least 13 points from these first weeks, you are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rest of term will have mandatory deliverables every other week</a:t>
            </a:r>
          </a:p>
          <a:p>
            <a:pPr marL="560388" lvl="1" indent="-285750"/>
            <a:r>
              <a:rPr lang="en-GB" noProof="0" dirty="0"/>
              <a:t>Attendance in groups for these weeks </a:t>
            </a:r>
            <a:r>
              <a:rPr lang="en-GB" dirty="0"/>
              <a:t>is not mandatory but absolutely recommended!</a:t>
            </a: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1765361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8729-279D-D18B-E32B-AAA53E6D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HD Comics: notFinal.doc">
            <a:extLst>
              <a:ext uri="{FF2B5EF4-FFF2-40B4-BE49-F238E27FC236}">
                <a16:creationId xmlns:a16="http://schemas.microsoft.com/office/drawing/2014/main" id="{1F870174-469D-431D-C8A0-78BC1EAE8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07" y="0"/>
            <a:ext cx="51435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602757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0B12-178E-2ADE-FCD6-4CC1B6F0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C5501-3699-AD21-D39C-E43404B0D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5091260" cy="2868707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Keep</a:t>
            </a:r>
            <a:r>
              <a:rPr lang="nb-NO" dirty="0"/>
              <a:t> </a:t>
            </a:r>
            <a:r>
              <a:rPr lang="nb-NO" dirty="0" err="1"/>
              <a:t>track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changing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Test </a:t>
            </a:r>
            <a:r>
              <a:rPr lang="nb-NO" dirty="0" err="1"/>
              <a:t>new</a:t>
            </a:r>
            <a:r>
              <a:rPr lang="nb-NO" dirty="0"/>
              <a:t> </a:t>
            </a:r>
            <a:r>
              <a:rPr lang="nb-NO" dirty="0" err="1"/>
              <a:t>ideas</a:t>
            </a:r>
            <a:r>
              <a:rPr lang="nb-NO" dirty="0"/>
              <a:t> </a:t>
            </a:r>
            <a:r>
              <a:rPr lang="nb-NO" dirty="0" err="1"/>
              <a:t>without</a:t>
            </a:r>
            <a:r>
              <a:rPr lang="nb-NO" dirty="0"/>
              <a:t> </a:t>
            </a:r>
            <a:r>
              <a:rPr lang="nb-NO" dirty="0" err="1"/>
              <a:t>breaking</a:t>
            </a:r>
            <a:r>
              <a:rPr lang="nb-NO" dirty="0"/>
              <a:t> </a:t>
            </a:r>
            <a:r>
              <a:rPr lang="nb-NO" dirty="0" err="1"/>
              <a:t>working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Provide</a:t>
            </a:r>
            <a:r>
              <a:rPr lang="nb-NO" dirty="0"/>
              <a:t> alternative </a:t>
            </a:r>
            <a:r>
              <a:rPr lang="nb-NO" dirty="0" err="1"/>
              <a:t>versions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Localize</a:t>
            </a:r>
            <a:r>
              <a:rPr lang="nb-NO" dirty="0"/>
              <a:t>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bugs</a:t>
            </a:r>
            <a:r>
              <a:rPr lang="nb-NO" dirty="0"/>
              <a:t> </a:t>
            </a:r>
            <a:r>
              <a:rPr lang="nb-NO" dirty="0" err="1"/>
              <a:t>were</a:t>
            </a:r>
            <a:r>
              <a:rPr lang="nb-NO" dirty="0"/>
              <a:t> </a:t>
            </a:r>
            <a:r>
              <a:rPr lang="nb-NO" dirty="0" err="1"/>
              <a:t>introduced</a:t>
            </a:r>
            <a:r>
              <a:rPr lang="nb-NO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Collaborate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others</a:t>
            </a:r>
            <a:r>
              <a:rPr lang="nb-NO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Document</a:t>
            </a:r>
            <a:r>
              <a:rPr lang="nb-NO" dirty="0"/>
              <a:t> </a:t>
            </a:r>
            <a:r>
              <a:rPr lang="nb-NO" dirty="0" err="1"/>
              <a:t>contributions</a:t>
            </a:r>
            <a:endParaRPr lang="nb-NO" dirty="0"/>
          </a:p>
          <a:p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00C4-04FE-5899-687C-A6162B71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5091260" cy="1404594"/>
          </a:xfrm>
        </p:spPr>
        <p:txBody>
          <a:bodyPr anchor="b">
            <a:normAutofit/>
          </a:bodyPr>
          <a:lstStyle/>
          <a:p>
            <a:r>
              <a:rPr lang="en-GB" noProof="0" dirty="0"/>
              <a:t>Why use version control</a:t>
            </a:r>
          </a:p>
        </p:txBody>
      </p:sp>
      <p:pic>
        <p:nvPicPr>
          <p:cNvPr id="6" name="Picture 5" descr="PHD Comics: notFinal.doc">
            <a:extLst>
              <a:ext uri="{FF2B5EF4-FFF2-40B4-BE49-F238E27FC236}">
                <a16:creationId xmlns:a16="http://schemas.microsoft.com/office/drawing/2014/main" id="{30962E95-40F3-801A-5505-32B0AC67D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07" y="0"/>
            <a:ext cx="51435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98114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0B52F-0667-11D8-7D3E-AD893F01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66055-F30A-354F-D5DF-5DC327F98A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58117"/>
            <a:ext cx="5091260" cy="3831800"/>
          </a:xfrm>
        </p:spPr>
        <p:txBody>
          <a:bodyPr/>
          <a:lstStyle/>
          <a:p>
            <a:pPr lvl="0"/>
            <a:endParaRPr lang="nb-NO" dirty="0"/>
          </a:p>
          <a:p>
            <a:r>
              <a:rPr lang="en-GB" b="1" dirty="0">
                <a:solidFill>
                  <a:srgbClr val="025C4F"/>
                </a:solidFill>
              </a:rPr>
              <a:t>Git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The by far most used </a:t>
            </a:r>
            <a:r>
              <a:rPr lang="nb-NO" dirty="0" err="1"/>
              <a:t>version</a:t>
            </a:r>
            <a:r>
              <a:rPr lang="nb-NO" dirty="0"/>
              <a:t> </a:t>
            </a:r>
            <a:r>
              <a:rPr lang="nb-NO" dirty="0" err="1"/>
              <a:t>control</a:t>
            </a:r>
            <a:r>
              <a:rPr lang="nb-NO" dirty="0"/>
              <a:t>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Download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: </a:t>
            </a:r>
            <a:r>
              <a:rPr lang="nb-NO" dirty="0" err="1">
                <a:hlinkClick r:id="rId2"/>
              </a:rPr>
              <a:t>Git</a:t>
            </a:r>
            <a:r>
              <a:rPr lang="nb-NO" dirty="0">
                <a:hlinkClick r:id="rId2"/>
              </a:rPr>
              <a:t> – </a:t>
            </a:r>
            <a:r>
              <a:rPr lang="nb-NO" dirty="0" err="1">
                <a:hlinkClick r:id="rId2"/>
              </a:rPr>
              <a:t>Install</a:t>
            </a: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Git</a:t>
            </a:r>
            <a:r>
              <a:rPr lang="nb-NO" dirty="0"/>
              <a:t> runs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your</a:t>
            </a:r>
            <a:r>
              <a:rPr lang="nb-NO" dirty="0"/>
              <a:t> computer (</a:t>
            </a:r>
            <a:r>
              <a:rPr lang="nb-NO" dirty="0" err="1"/>
              <a:t>local</a:t>
            </a:r>
            <a:r>
              <a:rPr lang="nb-NO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interact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to register </a:t>
            </a:r>
            <a:r>
              <a:rPr lang="nb-NO" dirty="0" err="1"/>
              <a:t>changes</a:t>
            </a:r>
            <a:r>
              <a:rPr lang="nb-NO" dirty="0"/>
              <a:t> in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work</a:t>
            </a: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This is done </a:t>
            </a:r>
            <a:r>
              <a:rPr lang="nb-NO" dirty="0" err="1"/>
              <a:t>either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command</a:t>
            </a:r>
            <a:r>
              <a:rPr lang="nb-NO" dirty="0"/>
              <a:t> line or </a:t>
            </a:r>
            <a:r>
              <a:rPr lang="nb-NO" dirty="0" err="1"/>
              <a:t>directly</a:t>
            </a:r>
            <a:r>
              <a:rPr lang="nb-NO" dirty="0"/>
              <a:t> in Visual Studio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6D89F-7422-1863-EFEE-FCA6E79E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580"/>
            <a:ext cx="10515600" cy="636843"/>
          </a:xfrm>
        </p:spPr>
        <p:txBody>
          <a:bodyPr/>
          <a:lstStyle/>
          <a:p>
            <a:r>
              <a:rPr lang="en-GB" dirty="0"/>
              <a:t>How to</a:t>
            </a:r>
            <a:r>
              <a:rPr lang="en-GB" noProof="0" dirty="0"/>
              <a:t> use version control</a:t>
            </a:r>
          </a:p>
        </p:txBody>
      </p:sp>
      <p:pic>
        <p:nvPicPr>
          <p:cNvPr id="8" name="Picture 7" descr="Git">
            <a:extLst>
              <a:ext uri="{FF2B5EF4-FFF2-40B4-BE49-F238E27FC236}">
                <a16:creationId xmlns:a16="http://schemas.microsoft.com/office/drawing/2014/main" id="{3A2C5263-E829-E7BF-453E-37DEDBCE3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479" y="1507540"/>
            <a:ext cx="1586902" cy="66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687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8A8A-5E2F-D94C-4EA7-E7D018BA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F099D-7A92-6E3C-5047-CE6B48A65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58117"/>
            <a:ext cx="5091260" cy="3831800"/>
          </a:xfrm>
        </p:spPr>
        <p:txBody>
          <a:bodyPr/>
          <a:lstStyle/>
          <a:p>
            <a:pPr lvl="0"/>
            <a:endParaRPr lang="nb-NO" dirty="0"/>
          </a:p>
          <a:p>
            <a:r>
              <a:rPr lang="en-GB" b="1" dirty="0">
                <a:solidFill>
                  <a:srgbClr val="025C4F"/>
                </a:solidFill>
              </a:rPr>
              <a:t>Git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The by far most used </a:t>
            </a:r>
            <a:r>
              <a:rPr lang="nb-NO" dirty="0" err="1"/>
              <a:t>version</a:t>
            </a:r>
            <a:r>
              <a:rPr lang="nb-NO" dirty="0"/>
              <a:t> </a:t>
            </a:r>
            <a:r>
              <a:rPr lang="nb-NO" dirty="0" err="1"/>
              <a:t>control</a:t>
            </a:r>
            <a:r>
              <a:rPr lang="nb-NO" dirty="0"/>
              <a:t>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Download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here</a:t>
            </a:r>
            <a:r>
              <a:rPr lang="nb-NO" dirty="0"/>
              <a:t>: </a:t>
            </a:r>
            <a:r>
              <a:rPr lang="nb-NO" dirty="0" err="1">
                <a:hlinkClick r:id="rId2"/>
              </a:rPr>
              <a:t>Git</a:t>
            </a:r>
            <a:r>
              <a:rPr lang="nb-NO" dirty="0">
                <a:hlinkClick r:id="rId2"/>
              </a:rPr>
              <a:t> – </a:t>
            </a:r>
            <a:r>
              <a:rPr lang="nb-NO" dirty="0" err="1">
                <a:hlinkClick r:id="rId2"/>
              </a:rPr>
              <a:t>Install</a:t>
            </a: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Git</a:t>
            </a:r>
            <a:r>
              <a:rPr lang="nb-NO" dirty="0"/>
              <a:t> runs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your</a:t>
            </a:r>
            <a:r>
              <a:rPr lang="nb-NO" dirty="0"/>
              <a:t> computer (</a:t>
            </a:r>
            <a:r>
              <a:rPr lang="nb-NO" dirty="0" err="1"/>
              <a:t>local</a:t>
            </a:r>
            <a:r>
              <a:rPr lang="nb-NO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interact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to register </a:t>
            </a:r>
            <a:r>
              <a:rPr lang="nb-NO" dirty="0" err="1"/>
              <a:t>changes</a:t>
            </a:r>
            <a:r>
              <a:rPr lang="nb-NO" dirty="0"/>
              <a:t> in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work</a:t>
            </a: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dirty="0"/>
              <a:t>This is done </a:t>
            </a:r>
            <a:r>
              <a:rPr lang="nb-NO" dirty="0" err="1"/>
              <a:t>either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command</a:t>
            </a:r>
            <a:r>
              <a:rPr lang="nb-NO" dirty="0"/>
              <a:t> line or </a:t>
            </a:r>
            <a:r>
              <a:rPr lang="nb-NO" dirty="0" err="1"/>
              <a:t>directly</a:t>
            </a:r>
            <a:r>
              <a:rPr lang="nb-NO" dirty="0"/>
              <a:t> in Visual Studio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E6E07-C1E8-3193-64D9-044DDED5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580"/>
            <a:ext cx="10515600" cy="636843"/>
          </a:xfrm>
        </p:spPr>
        <p:txBody>
          <a:bodyPr/>
          <a:lstStyle/>
          <a:p>
            <a:r>
              <a:rPr lang="en-GB" dirty="0"/>
              <a:t>How to</a:t>
            </a:r>
            <a:r>
              <a:rPr lang="en-GB" noProof="0" dirty="0"/>
              <a:t> use version control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8D46FB4-E2B1-83EC-5A1A-44F56B8778F5}"/>
              </a:ext>
            </a:extLst>
          </p:cNvPr>
          <p:cNvSpPr txBox="1">
            <a:spLocks/>
          </p:cNvSpPr>
          <p:nvPr/>
        </p:nvSpPr>
        <p:spPr>
          <a:xfrm>
            <a:off x="6183692" y="1755249"/>
            <a:ext cx="5091260" cy="2868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638" indent="-274638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7188" indent="-3476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938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b-NO" dirty="0"/>
          </a:p>
          <a:p>
            <a:r>
              <a:rPr lang="en-GB" b="1" dirty="0">
                <a:solidFill>
                  <a:srgbClr val="025C4F"/>
                </a:solidFill>
              </a:rPr>
              <a:t>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Server </a:t>
            </a:r>
            <a:r>
              <a:rPr lang="nb-NO" dirty="0" err="1"/>
              <a:t>supporting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repositories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Off-site</a:t>
            </a:r>
            <a:r>
              <a:rPr lang="nb-NO" dirty="0"/>
              <a:t> back-up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Collaborating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others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Other</a:t>
            </a:r>
            <a:r>
              <a:rPr lang="nb-NO" dirty="0"/>
              <a:t> </a:t>
            </a:r>
            <a:r>
              <a:rPr lang="nb-NO" dirty="0" err="1"/>
              <a:t>options</a:t>
            </a:r>
            <a:r>
              <a:rPr lang="nb-NO" dirty="0"/>
              <a:t>: </a:t>
            </a:r>
            <a:r>
              <a:rPr lang="nb-NO" dirty="0" err="1"/>
              <a:t>GitLab</a:t>
            </a:r>
            <a:r>
              <a:rPr lang="nb-NO" dirty="0"/>
              <a:t>, </a:t>
            </a:r>
            <a:r>
              <a:rPr lang="nb-NO" dirty="0" err="1"/>
              <a:t>Atlassian</a:t>
            </a:r>
            <a:r>
              <a:rPr lang="nb-NO" dirty="0"/>
              <a:t> (</a:t>
            </a:r>
            <a:r>
              <a:rPr lang="nb-NO" dirty="0" err="1"/>
              <a:t>BitBucket</a:t>
            </a:r>
            <a:r>
              <a:rPr lang="nb-NO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GitHub is </a:t>
            </a:r>
            <a:r>
              <a:rPr lang="nb-NO" dirty="0" err="1"/>
              <a:t>owned</a:t>
            </a:r>
            <a:r>
              <a:rPr lang="nb-NO" dirty="0"/>
              <a:t> by Microsoft and </a:t>
            </a:r>
            <a:r>
              <a:rPr lang="nb-NO" dirty="0" err="1"/>
              <a:t>works</a:t>
            </a:r>
            <a:r>
              <a:rPr lang="nb-NO" dirty="0"/>
              <a:t> </a:t>
            </a:r>
            <a:r>
              <a:rPr lang="nb-NO" dirty="0" err="1"/>
              <a:t>well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VS Code</a:t>
            </a:r>
            <a:endParaRPr lang="nb-NO" dirty="0"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hlinkClick r:id="rId4"/>
              </a:rPr>
              <a:t>Start </a:t>
            </a:r>
            <a:r>
              <a:rPr lang="nb-NO" dirty="0" err="1">
                <a:hlinkClick r:id="rId4"/>
              </a:rPr>
              <a:t>your</a:t>
            </a:r>
            <a:r>
              <a:rPr lang="nb-NO" dirty="0">
                <a:hlinkClick r:id="rId4"/>
              </a:rPr>
              <a:t> </a:t>
            </a:r>
            <a:r>
              <a:rPr lang="nb-NO" dirty="0" err="1">
                <a:hlinkClick r:id="rId4"/>
              </a:rPr>
              <a:t>journey</a:t>
            </a:r>
            <a:r>
              <a:rPr lang="nb-NO" dirty="0">
                <a:hlinkClick r:id="rId4"/>
              </a:rPr>
              <a:t> - GitHub Docs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>
                <a:hlinkClick r:id="rId5"/>
              </a:rPr>
              <a:t>Quickstart</a:t>
            </a:r>
            <a:r>
              <a:rPr lang="nb-NO" dirty="0">
                <a:hlinkClick r:id="rId5"/>
              </a:rPr>
              <a:t>: </a:t>
            </a:r>
            <a:r>
              <a:rPr lang="nb-NO" dirty="0" err="1">
                <a:hlinkClick r:id="rId5"/>
              </a:rPr>
              <a:t>use</a:t>
            </a:r>
            <a:r>
              <a:rPr lang="nb-NO" dirty="0">
                <a:hlinkClick r:id="rId5"/>
              </a:rPr>
              <a:t> </a:t>
            </a:r>
            <a:r>
              <a:rPr lang="nb-NO" dirty="0" err="1">
                <a:hlinkClick r:id="rId5"/>
              </a:rPr>
              <a:t>source</a:t>
            </a:r>
            <a:r>
              <a:rPr lang="nb-NO" dirty="0">
                <a:hlinkClick r:id="rId5"/>
              </a:rPr>
              <a:t> </a:t>
            </a:r>
            <a:r>
              <a:rPr lang="nb-NO" dirty="0" err="1">
                <a:hlinkClick r:id="rId5"/>
              </a:rPr>
              <a:t>control</a:t>
            </a:r>
            <a:r>
              <a:rPr lang="nb-NO" dirty="0">
                <a:hlinkClick r:id="rId5"/>
              </a:rPr>
              <a:t> in VS Code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  <a:p>
            <a:endParaRPr lang="en-GB" dirty="0"/>
          </a:p>
        </p:txBody>
      </p:sp>
      <p:pic>
        <p:nvPicPr>
          <p:cNvPr id="8" name="Picture 7" descr="Git">
            <a:extLst>
              <a:ext uri="{FF2B5EF4-FFF2-40B4-BE49-F238E27FC236}">
                <a16:creationId xmlns:a16="http://schemas.microsoft.com/office/drawing/2014/main" id="{A76AF28C-FB98-C01C-4E60-03C99B9CA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0479" y="1507540"/>
            <a:ext cx="1586902" cy="663614"/>
          </a:xfrm>
          <a:prstGeom prst="rect">
            <a:avLst/>
          </a:prstGeom>
        </p:spPr>
      </p:pic>
      <p:pic>
        <p:nvPicPr>
          <p:cNvPr id="9" name="Picture 8" descr="GitHub SVG Icon - Free Download | Official Logo SVG | theSVG | theSVG">
            <a:extLst>
              <a:ext uri="{FF2B5EF4-FFF2-40B4-BE49-F238E27FC236}">
                <a16:creationId xmlns:a16="http://schemas.microsoft.com/office/drawing/2014/main" id="{3D91A784-0368-151C-DDA5-DCA5E6EF3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4621" y="1258017"/>
            <a:ext cx="994464" cy="99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6296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7A1C-B704-2032-797F-C1E38820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6B03E-6120-FF9A-47CC-E913156426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>
                <a:hlinkClick r:id="rId2"/>
              </a:rPr>
              <a:t>ProGit</a:t>
            </a:r>
            <a:r>
              <a:rPr lang="nb-NO" dirty="0"/>
              <a:t> by Scott </a:t>
            </a:r>
            <a:r>
              <a:rPr lang="nb-NO" dirty="0" err="1"/>
              <a:t>Chacon</a:t>
            </a:r>
            <a:r>
              <a:rPr lang="nb-NO" dirty="0"/>
              <a:t> and Ben </a:t>
            </a:r>
            <a:r>
              <a:rPr lang="nb-NO" dirty="0" err="1"/>
              <a:t>Straub</a:t>
            </a:r>
            <a:endParaRPr lang="nb-NO" dirty="0"/>
          </a:p>
          <a:p>
            <a:pPr marL="560388" lvl="1" indent="-285750"/>
            <a:r>
              <a:rPr lang="nb-NO" noProof="0" dirty="0" err="1"/>
              <a:t>Free</a:t>
            </a:r>
            <a:r>
              <a:rPr lang="nb-NO" noProof="0" dirty="0"/>
              <a:t> book </a:t>
            </a:r>
            <a:r>
              <a:rPr lang="nb-NO" noProof="0" dirty="0" err="1"/>
              <a:t>about</a:t>
            </a:r>
            <a:r>
              <a:rPr lang="nb-NO" noProof="0" dirty="0"/>
              <a:t> </a:t>
            </a:r>
            <a:r>
              <a:rPr lang="nb-NO" noProof="0" dirty="0" err="1"/>
              <a:t>everything</a:t>
            </a:r>
            <a:r>
              <a:rPr lang="nb-NO" noProof="0" dirty="0"/>
              <a:t> </a:t>
            </a:r>
            <a:r>
              <a:rPr lang="nb-NO" noProof="0" dirty="0" err="1"/>
              <a:t>git</a:t>
            </a:r>
            <a:endParaRPr lang="nb-NO" noProof="0" dirty="0"/>
          </a:p>
          <a:p>
            <a:pPr marL="560388" lvl="1" indent="-285750"/>
            <a:r>
              <a:rPr lang="nb-NO" dirty="0"/>
              <a:t>From 2014, so </a:t>
            </a:r>
            <a:r>
              <a:rPr lang="nb-NO" dirty="0" err="1"/>
              <a:t>some</a:t>
            </a:r>
            <a:r>
              <a:rPr lang="nb-NO" dirty="0"/>
              <a:t> parts </a:t>
            </a:r>
            <a:r>
              <a:rPr lang="nb-NO" dirty="0" err="1"/>
              <a:t>are</a:t>
            </a:r>
            <a:r>
              <a:rPr lang="nb-NO" dirty="0"/>
              <a:t> a bit </a:t>
            </a:r>
            <a:r>
              <a:rPr lang="nb-NO" dirty="0" err="1"/>
              <a:t>outdated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>
                <a:hlinkClick r:id="rId3"/>
              </a:rPr>
              <a:t>Quickstart</a:t>
            </a:r>
            <a:r>
              <a:rPr lang="nb-NO" dirty="0">
                <a:hlinkClick r:id="rId3"/>
              </a:rPr>
              <a:t>: </a:t>
            </a:r>
            <a:r>
              <a:rPr lang="nb-NO" dirty="0" err="1">
                <a:hlinkClick r:id="rId3"/>
              </a:rPr>
              <a:t>use</a:t>
            </a:r>
            <a:r>
              <a:rPr lang="nb-NO" dirty="0">
                <a:hlinkClick r:id="rId3"/>
              </a:rPr>
              <a:t> </a:t>
            </a:r>
            <a:r>
              <a:rPr lang="nb-NO" dirty="0" err="1">
                <a:hlinkClick r:id="rId3"/>
              </a:rPr>
              <a:t>source</a:t>
            </a:r>
            <a:r>
              <a:rPr lang="nb-NO" dirty="0">
                <a:hlinkClick r:id="rId3"/>
              </a:rPr>
              <a:t> </a:t>
            </a:r>
            <a:r>
              <a:rPr lang="nb-NO" dirty="0" err="1">
                <a:hlinkClick r:id="rId3"/>
              </a:rPr>
              <a:t>control</a:t>
            </a:r>
            <a:r>
              <a:rPr lang="nb-NO" dirty="0">
                <a:hlinkClick r:id="rId3"/>
              </a:rPr>
              <a:t> in VS Code</a:t>
            </a:r>
            <a:endParaRPr lang="nb-NO" dirty="0"/>
          </a:p>
          <a:p>
            <a:pPr marL="560388" lvl="1" indent="-285750"/>
            <a:r>
              <a:rPr lang="nb-NO" dirty="0"/>
              <a:t>Guide for </a:t>
            </a:r>
            <a:r>
              <a:rPr lang="nb-NO" dirty="0" err="1"/>
              <a:t>using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in VS Code</a:t>
            </a:r>
          </a:p>
          <a:p>
            <a:pPr marL="560388" lvl="1" indent="-285750"/>
            <a:r>
              <a:rPr lang="nb-NO" dirty="0"/>
              <a:t>Guide for setting up </a:t>
            </a:r>
            <a:r>
              <a:rPr lang="nb-NO" dirty="0" err="1"/>
              <a:t>your</a:t>
            </a:r>
            <a:r>
              <a:rPr lang="nb-NO" dirty="0"/>
              <a:t> first </a:t>
            </a: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repository</a:t>
            </a:r>
            <a:endParaRPr lang="nb-NO" dirty="0"/>
          </a:p>
          <a:p>
            <a:pPr marL="560388" lvl="1" indent="-285750"/>
            <a:r>
              <a:rPr lang="nb-NO" dirty="0"/>
              <a:t>Covers linking up </a:t>
            </a:r>
            <a:r>
              <a:rPr lang="nb-NO" dirty="0" err="1"/>
              <a:t>with</a:t>
            </a:r>
            <a:r>
              <a:rPr lang="nb-NO" dirty="0"/>
              <a:t> GitHub</a:t>
            </a:r>
          </a:p>
          <a:p>
            <a:pPr marL="285750" indent="-285750"/>
            <a:endParaRPr lang="nb-NO" dirty="0"/>
          </a:p>
          <a:p>
            <a:pPr marL="560388" lvl="1" indent="-285750"/>
            <a:endParaRPr lang="nb-NO" noProof="0" dirty="0"/>
          </a:p>
          <a:p>
            <a:pPr marL="560388" lvl="1" indent="-285750"/>
            <a:endParaRPr lang="en-GB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4709D35-5C43-F829-592B-249B017D72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>
                <a:hlinkClick r:id="rId4"/>
              </a:rPr>
              <a:t>Learn</a:t>
            </a:r>
            <a:r>
              <a:rPr lang="nb-NO" dirty="0">
                <a:hlinkClick r:id="rId4"/>
              </a:rPr>
              <a:t> </a:t>
            </a:r>
            <a:r>
              <a:rPr lang="nb-NO" dirty="0" err="1">
                <a:hlinkClick r:id="rId4"/>
              </a:rPr>
              <a:t>Git</a:t>
            </a:r>
            <a:r>
              <a:rPr lang="nb-NO" dirty="0">
                <a:hlinkClick r:id="rId4"/>
              </a:rPr>
              <a:t> </a:t>
            </a:r>
            <a:r>
              <a:rPr lang="nb-NO" dirty="0" err="1">
                <a:hlinkClick r:id="rId4"/>
              </a:rPr>
              <a:t>Branching</a:t>
            </a:r>
            <a:endParaRPr lang="nb-NO" dirty="0"/>
          </a:p>
          <a:p>
            <a:pPr marL="560388" lvl="1" indent="-285750"/>
            <a:r>
              <a:rPr lang="nb-NO" dirty="0" err="1"/>
              <a:t>Really</a:t>
            </a:r>
            <a:r>
              <a:rPr lang="nb-NO" dirty="0"/>
              <a:t> </a:t>
            </a:r>
            <a:r>
              <a:rPr lang="nb-NO" dirty="0" err="1"/>
              <a:t>good</a:t>
            </a:r>
            <a:r>
              <a:rPr lang="nb-NO" dirty="0"/>
              <a:t> </a:t>
            </a:r>
            <a:r>
              <a:rPr lang="nb-NO" dirty="0" err="1"/>
              <a:t>visual</a:t>
            </a:r>
            <a:r>
              <a:rPr lang="nb-NO" dirty="0"/>
              <a:t> guide to </a:t>
            </a: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>
                <a:hlinkClick r:id="rId5"/>
              </a:rPr>
              <a:t>Lecture</a:t>
            </a:r>
            <a:r>
              <a:rPr lang="nb-NO" dirty="0">
                <a:hlinkClick r:id="rId5"/>
              </a:rPr>
              <a:t> 5: Version Control and </a:t>
            </a:r>
            <a:r>
              <a:rPr lang="nb-NO" dirty="0" err="1">
                <a:hlinkClick r:id="rId5"/>
              </a:rPr>
              <a:t>Git</a:t>
            </a:r>
            <a:endParaRPr lang="nb-NO" dirty="0"/>
          </a:p>
          <a:p>
            <a:pPr marL="560388" lvl="1" indent="-285750"/>
            <a:r>
              <a:rPr lang="nb-NO" dirty="0" err="1"/>
              <a:t>Lecture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by </a:t>
            </a:r>
            <a:r>
              <a:rPr lang="nb-NO" dirty="0">
                <a:hlinkClick r:id="rId6"/>
              </a:rPr>
              <a:t>The </a:t>
            </a:r>
            <a:r>
              <a:rPr lang="nb-NO" dirty="0" err="1">
                <a:hlinkClick r:id="rId6"/>
              </a:rPr>
              <a:t>Missing</a:t>
            </a:r>
            <a:r>
              <a:rPr lang="nb-NO" dirty="0">
                <a:hlinkClick r:id="rId6"/>
              </a:rPr>
              <a:t> Semester </a:t>
            </a:r>
            <a:r>
              <a:rPr lang="nb-NO" dirty="0" err="1">
                <a:hlinkClick r:id="rId6"/>
              </a:rPr>
              <a:t>of</a:t>
            </a:r>
            <a:r>
              <a:rPr lang="nb-NO" dirty="0">
                <a:hlinkClick r:id="rId6"/>
              </a:rPr>
              <a:t> Your CS </a:t>
            </a:r>
            <a:r>
              <a:rPr lang="nb-NO" dirty="0" err="1">
                <a:hlinkClick r:id="rId6"/>
              </a:rPr>
              <a:t>Education</a:t>
            </a:r>
            <a:r>
              <a:rPr lang="nb-NO" dirty="0"/>
              <a:t> at MIT</a:t>
            </a:r>
          </a:p>
          <a:p>
            <a:pPr marL="560388" lvl="1" indent="-285750"/>
            <a:r>
              <a:rPr lang="nb-NO" dirty="0" err="1"/>
              <a:t>Excellent</a:t>
            </a:r>
            <a:r>
              <a:rPr lang="nb-NO" dirty="0"/>
              <a:t> </a:t>
            </a:r>
            <a:r>
              <a:rPr lang="nb-NO" dirty="0" err="1"/>
              <a:t>overview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how</a:t>
            </a:r>
            <a:r>
              <a:rPr lang="nb-NO" dirty="0"/>
              <a:t> </a:t>
            </a: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manages</a:t>
            </a:r>
            <a:r>
              <a:rPr lang="nb-NO" dirty="0"/>
              <a:t> data</a:t>
            </a:r>
          </a:p>
          <a:p>
            <a:pPr marL="285750" indent="-285750"/>
            <a:r>
              <a:rPr lang="nb-NO" dirty="0" err="1">
                <a:hlinkClick r:id="rId7"/>
              </a:rPr>
              <a:t>Introduction</a:t>
            </a:r>
            <a:r>
              <a:rPr lang="nb-NO" dirty="0">
                <a:hlinkClick r:id="rId7"/>
              </a:rPr>
              <a:t> to </a:t>
            </a:r>
            <a:r>
              <a:rPr lang="nb-NO" dirty="0" err="1">
                <a:hlinkClick r:id="rId7"/>
              </a:rPr>
              <a:t>Git</a:t>
            </a:r>
            <a:r>
              <a:rPr lang="nb-NO" dirty="0">
                <a:hlinkClick r:id="rId7"/>
              </a:rPr>
              <a:t> - Training | Microsoft </a:t>
            </a:r>
            <a:r>
              <a:rPr lang="nb-NO" dirty="0" err="1">
                <a:hlinkClick r:id="rId7"/>
              </a:rPr>
              <a:t>Learn</a:t>
            </a:r>
            <a:endParaRPr lang="nb-NO" dirty="0"/>
          </a:p>
          <a:p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77220-A66A-A8F1-22BF-EA220685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Git Resources</a:t>
            </a:r>
          </a:p>
        </p:txBody>
      </p:sp>
    </p:spTree>
    <p:extLst>
      <p:ext uri="{BB962C8B-B14F-4D97-AF65-F5344CB8AC3E}">
        <p14:creationId xmlns:p14="http://schemas.microsoft.com/office/powerpoint/2010/main" val="1307490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9F1D-7C3E-9097-25B6-5DABF65A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5CF4-48AA-0229-C1A4-BB31E05F6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258449"/>
            <a:ext cx="5752381" cy="3702404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Git is an example of distributed version control</a:t>
            </a:r>
          </a:p>
          <a:p>
            <a:pPr marL="560388" lvl="1" indent="-285750">
              <a:lnSpc>
                <a:spcPct val="100000"/>
              </a:lnSpc>
            </a:pPr>
            <a:r>
              <a:rPr lang="en-GB" dirty="0"/>
              <a:t>The complete history of your project is stored locally on your computer</a:t>
            </a:r>
          </a:p>
          <a:p>
            <a:pPr marL="560388" lvl="1" indent="-285750"/>
            <a:r>
              <a:rPr lang="nb-NO" dirty="0"/>
              <a:t>Supports </a:t>
            </a:r>
            <a:r>
              <a:rPr lang="nb-NO" dirty="0" err="1"/>
              <a:t>communication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remote</a:t>
            </a:r>
            <a:r>
              <a:rPr lang="nb-NO" dirty="0"/>
              <a:t> servers</a:t>
            </a:r>
            <a:endParaRPr lang="en-GB" dirty="0"/>
          </a:p>
          <a:p>
            <a:pPr marL="560388" lvl="1" indent="-285750">
              <a:lnSpc>
                <a:spcPct val="100000"/>
              </a:lnSpc>
            </a:pPr>
            <a:r>
              <a:rPr lang="en-GB" noProof="0" dirty="0"/>
              <a:t>If you use a server like GitHub</a:t>
            </a:r>
            <a:r>
              <a:rPr lang="en-GB" dirty="0"/>
              <a:t>, the complete history is available there after you sync with the server</a:t>
            </a:r>
          </a:p>
          <a:p>
            <a:pPr marL="560388" lvl="1" indent="-285750">
              <a:lnSpc>
                <a:spcPct val="100000"/>
              </a:lnSpc>
            </a:pPr>
            <a:r>
              <a:rPr lang="en-GB" noProof="0" dirty="0"/>
              <a:t>You can </a:t>
            </a:r>
            <a:r>
              <a:rPr lang="en-GB" i="1" noProof="0" dirty="0"/>
              <a:t>push</a:t>
            </a:r>
            <a:r>
              <a:rPr lang="en-GB" noProof="0" dirty="0"/>
              <a:t> your changes to the server</a:t>
            </a:r>
          </a:p>
          <a:p>
            <a:pPr marL="560388" lvl="1" indent="-285750">
              <a:lnSpc>
                <a:spcPct val="100000"/>
              </a:lnSpc>
            </a:pPr>
            <a:r>
              <a:rPr lang="en-GB" dirty="0"/>
              <a:t>You can </a:t>
            </a:r>
            <a:r>
              <a:rPr lang="en-GB" i="1" dirty="0"/>
              <a:t>pull</a:t>
            </a:r>
            <a:r>
              <a:rPr lang="en-GB" dirty="0"/>
              <a:t> changes from the server</a:t>
            </a:r>
          </a:p>
          <a:p>
            <a:pPr marL="560388" lvl="1" indent="-285750">
              <a:lnSpc>
                <a:spcPct val="100000"/>
              </a:lnSpc>
            </a:pPr>
            <a:r>
              <a:rPr lang="en-GB" noProof="0" dirty="0"/>
              <a:t>You can </a:t>
            </a:r>
            <a:r>
              <a:rPr lang="en-GB" i="1" noProof="0" dirty="0"/>
              <a:t>merge</a:t>
            </a:r>
            <a:r>
              <a:rPr lang="en-GB" noProof="0" dirty="0"/>
              <a:t> ch</a:t>
            </a:r>
            <a:r>
              <a:rPr lang="en-GB" dirty="0" err="1"/>
              <a:t>anges</a:t>
            </a:r>
            <a:r>
              <a:rPr lang="en-GB" dirty="0"/>
              <a:t> from several contributors</a:t>
            </a:r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2FB5A-2045-ACD0-EFB0-FB5E584BE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5091260" cy="1404594"/>
          </a:xfrm>
        </p:spPr>
        <p:txBody>
          <a:bodyPr anchor="b">
            <a:normAutofit/>
          </a:bodyPr>
          <a:lstStyle/>
          <a:p>
            <a:r>
              <a:rPr lang="en-GB" noProof="0" dirty="0"/>
              <a:t>How does git work?</a:t>
            </a:r>
          </a:p>
        </p:txBody>
      </p:sp>
      <p:pic>
        <p:nvPicPr>
          <p:cNvPr id="4" name="Picture 3" descr="Distributed version control diagram">
            <a:extLst>
              <a:ext uri="{FF2B5EF4-FFF2-40B4-BE49-F238E27FC236}">
                <a16:creationId xmlns:a16="http://schemas.microsoft.com/office/drawing/2014/main" id="{1B5B150C-3E7F-1BC5-66DF-2EBBC598B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15" y="322482"/>
            <a:ext cx="5187885" cy="621303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241575-6DCE-4173-4692-A3EC4E3571EE}"/>
              </a:ext>
            </a:extLst>
          </p:cNvPr>
          <p:cNvSpPr txBox="1"/>
          <p:nvPr/>
        </p:nvSpPr>
        <p:spPr>
          <a:xfrm>
            <a:off x="8287109" y="6535518"/>
            <a:ext cx="3298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3"/>
              </a:rPr>
              <a:t>ProGit</a:t>
            </a:r>
            <a:r>
              <a:rPr lang="nb-NO" sz="1200" dirty="0"/>
              <a:t> by Scott </a:t>
            </a:r>
            <a:r>
              <a:rPr lang="nb-NO" sz="1200" dirty="0" err="1"/>
              <a:t>Chacon</a:t>
            </a:r>
            <a:r>
              <a:rPr lang="nb-NO" sz="1200" dirty="0"/>
              <a:t> and Ben </a:t>
            </a:r>
            <a:r>
              <a:rPr lang="nb-NO" sz="1200" dirty="0" err="1"/>
              <a:t>Straub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81827487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BA91-35A8-4830-0D21-46E01B75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743DC-F935-F4FC-ABEC-249281ADB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2127" y="1828800"/>
            <a:ext cx="5091260" cy="2868707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Repository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A collection of folders and files managed by Git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Git stores all information about history in a special folder .git (hidden folder)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The .git folder is sometimes also called the repository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Do not touch the .git folder!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Working directory 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Folder with files you work 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Cloning 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Copy an entire repository from a server to your computer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Usually done once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Automatically creates working directory with current version of project</a:t>
            </a:r>
          </a:p>
          <a:p>
            <a:pPr lvl="1" indent="0">
              <a:lnSpc>
                <a:spcPct val="100000"/>
              </a:lnSpc>
              <a:buNone/>
            </a:pPr>
            <a:endParaRPr lang="en-US" dirty="0"/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A0331-71E1-F932-3147-A9772318A4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5" y="1828799"/>
            <a:ext cx="5091260" cy="286870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Staging 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Tell Git which changes you want to register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Committing 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Tell Git to register (check in) changes in repository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A commit refers to all changes registered simultaneously</a:t>
            </a:r>
          </a:p>
          <a:p>
            <a:pPr marL="560388" lvl="1" indent="-285750">
              <a:lnSpc>
                <a:spcPct val="100000"/>
              </a:lnSpc>
            </a:pPr>
            <a:r>
              <a:rPr lang="en-US" dirty="0"/>
              <a:t>Each commit defines a version (also called snapshot)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95875-0BA4-5973-4290-26F8B7F7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1119922"/>
          </a:xfrm>
        </p:spPr>
        <p:txBody>
          <a:bodyPr anchor="b">
            <a:normAutofit/>
          </a:bodyPr>
          <a:lstStyle/>
          <a:p>
            <a:r>
              <a:rPr lang="en-GB" noProof="0" dirty="0"/>
              <a:t>Git terminology</a:t>
            </a:r>
          </a:p>
        </p:txBody>
      </p:sp>
    </p:spTree>
    <p:extLst>
      <p:ext uri="{BB962C8B-B14F-4D97-AF65-F5344CB8AC3E}">
        <p14:creationId xmlns:p14="http://schemas.microsoft.com/office/powerpoint/2010/main" val="1762124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2880-E108-88A7-5574-CFB6E623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2803F-29D6-F8CF-B6BC-CF2A1BB2F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91110"/>
            <a:ext cx="5091260" cy="3441939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Clone repository (only once)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Make changes to code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Stage changes: decide what to check-in</a:t>
            </a:r>
            <a:endParaRPr lang="en-US" sz="1800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Commit changes: check-in and provide short message on changes made</a:t>
            </a:r>
            <a:endParaRPr lang="en-US" sz="1800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Do this </a:t>
            </a:r>
            <a:r>
              <a:rPr lang="en-US" i="1" dirty="0"/>
              <a:t>often</a:t>
            </a:r>
            <a:r>
              <a:rPr lang="en-US" dirty="0"/>
              <a:t> and in </a:t>
            </a:r>
            <a:r>
              <a:rPr lang="en-US" i="1" dirty="0"/>
              <a:t>small </a:t>
            </a:r>
            <a:r>
              <a:rPr lang="en-US" dirty="0"/>
              <a:t>increments</a:t>
            </a:r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7DB72-388D-5B47-80CC-407E4C564D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5" y="1828799"/>
            <a:ext cx="5091260" cy="286870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A2FE8-A90D-5CFF-4F15-11E0AE33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1119922"/>
          </a:xfrm>
        </p:spPr>
        <p:txBody>
          <a:bodyPr anchor="b">
            <a:normAutofit/>
          </a:bodyPr>
          <a:lstStyle/>
          <a:p>
            <a:r>
              <a:rPr lang="en-GB" dirty="0"/>
              <a:t>Basic Git workflow</a:t>
            </a:r>
            <a:endParaRPr lang="en-GB" noProof="0" dirty="0"/>
          </a:p>
        </p:txBody>
      </p:sp>
      <p:pic>
        <p:nvPicPr>
          <p:cNvPr id="6" name="Picture 5" descr="Working tree, staging area, and Git directory">
            <a:extLst>
              <a:ext uri="{FF2B5EF4-FFF2-40B4-BE49-F238E27FC236}">
                <a16:creationId xmlns:a16="http://schemas.microsoft.com/office/drawing/2014/main" id="{F7994079-8984-31FF-B7E1-C28CAC8A2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03" y="1828799"/>
            <a:ext cx="5420652" cy="29874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5890B7-ACED-2744-ACE9-11D471BF56A1}"/>
              </a:ext>
            </a:extLst>
          </p:cNvPr>
          <p:cNvSpPr txBox="1"/>
          <p:nvPr/>
        </p:nvSpPr>
        <p:spPr>
          <a:xfrm>
            <a:off x="7556546" y="4677740"/>
            <a:ext cx="3298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3"/>
              </a:rPr>
              <a:t>ProGit</a:t>
            </a:r>
            <a:r>
              <a:rPr lang="nb-NO" sz="1200" dirty="0"/>
              <a:t> by Scott </a:t>
            </a:r>
            <a:r>
              <a:rPr lang="nb-NO" sz="1200" dirty="0" err="1"/>
              <a:t>Chacon</a:t>
            </a:r>
            <a:r>
              <a:rPr lang="nb-NO" sz="1200" dirty="0"/>
              <a:t> and Ben </a:t>
            </a:r>
            <a:r>
              <a:rPr lang="nb-NO" sz="1200" dirty="0" err="1"/>
              <a:t>Straub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14335473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14253-170E-1232-199E-B307B126A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06E11-C24C-6738-A939-0845788F8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91110"/>
            <a:ext cx="5091260" cy="3441939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Clone repository (only once)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Make changes to code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Stage changes: decide what to check-in</a:t>
            </a:r>
            <a:endParaRPr lang="en-US" sz="1800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Commit changes: check-in and provide short message on changes made</a:t>
            </a:r>
            <a:endParaRPr lang="en-US" sz="1800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Do this </a:t>
            </a:r>
            <a:r>
              <a:rPr lang="en-US" i="1" dirty="0"/>
              <a:t>often</a:t>
            </a:r>
            <a:r>
              <a:rPr lang="en-US" dirty="0"/>
              <a:t> and in </a:t>
            </a:r>
            <a:r>
              <a:rPr lang="en-US" i="1" dirty="0"/>
              <a:t>small </a:t>
            </a:r>
            <a:r>
              <a:rPr lang="en-US" dirty="0"/>
              <a:t>increments</a:t>
            </a:r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FAF94-4DBE-67D6-04F7-4A945A1A6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5" y="1828799"/>
            <a:ext cx="5091260" cy="286870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5501D-0056-F9A8-6F82-E20A8573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1119922"/>
          </a:xfrm>
        </p:spPr>
        <p:txBody>
          <a:bodyPr anchor="b">
            <a:normAutofit/>
          </a:bodyPr>
          <a:lstStyle/>
          <a:p>
            <a:r>
              <a:rPr lang="en-GB" dirty="0"/>
              <a:t>Basic Git workflow</a:t>
            </a:r>
            <a:endParaRPr lang="en-GB" noProof="0" dirty="0"/>
          </a:p>
        </p:txBody>
      </p:sp>
      <p:pic>
        <p:nvPicPr>
          <p:cNvPr id="6" name="Picture 5" descr="Working tree, staging area, and Git directory">
            <a:extLst>
              <a:ext uri="{FF2B5EF4-FFF2-40B4-BE49-F238E27FC236}">
                <a16:creationId xmlns:a16="http://schemas.microsoft.com/office/drawing/2014/main" id="{968AB4AB-25AD-4C38-12BC-F613A5BEB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03" y="1828799"/>
            <a:ext cx="5420652" cy="2987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8558FC-4F75-F876-4495-9760245A0454}"/>
              </a:ext>
            </a:extLst>
          </p:cNvPr>
          <p:cNvSpPr txBox="1"/>
          <p:nvPr/>
        </p:nvSpPr>
        <p:spPr>
          <a:xfrm>
            <a:off x="4479147" y="2191110"/>
            <a:ext cx="1265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>
                <a:solidFill>
                  <a:srgbClr val="FF0000"/>
                </a:solidFill>
              </a:rPr>
              <a:t>git</a:t>
            </a:r>
            <a:r>
              <a:rPr lang="nb-NO" dirty="0">
                <a:solidFill>
                  <a:srgbClr val="FF0000"/>
                </a:solidFill>
              </a:rPr>
              <a:t> </a:t>
            </a:r>
            <a:r>
              <a:rPr lang="nb-NO" dirty="0" err="1">
                <a:solidFill>
                  <a:srgbClr val="FF0000"/>
                </a:solidFill>
              </a:rPr>
              <a:t>clone</a:t>
            </a:r>
            <a:endParaRPr lang="nb-NO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2673B-769D-328A-7F47-DA9A6EE7560C}"/>
              </a:ext>
            </a:extLst>
          </p:cNvPr>
          <p:cNvSpPr txBox="1"/>
          <p:nvPr/>
        </p:nvSpPr>
        <p:spPr>
          <a:xfrm>
            <a:off x="5579778" y="2953187"/>
            <a:ext cx="1265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>
                <a:solidFill>
                  <a:srgbClr val="FF0000"/>
                </a:solidFill>
              </a:rPr>
              <a:t>git</a:t>
            </a:r>
            <a:r>
              <a:rPr lang="nb-NO" dirty="0">
                <a:solidFill>
                  <a:srgbClr val="FF0000"/>
                </a:solidFill>
              </a:rPr>
              <a:t> </a:t>
            </a:r>
            <a:r>
              <a:rPr lang="nb-NO" dirty="0" err="1">
                <a:solidFill>
                  <a:srgbClr val="FF0000"/>
                </a:solidFill>
              </a:rPr>
              <a:t>add</a:t>
            </a:r>
            <a:endParaRPr lang="nb-NO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2A6B5-B605-18C2-7EDF-2F5171BB38EC}"/>
              </a:ext>
            </a:extLst>
          </p:cNvPr>
          <p:cNvSpPr txBox="1"/>
          <p:nvPr/>
        </p:nvSpPr>
        <p:spPr>
          <a:xfrm>
            <a:off x="5507667" y="3684830"/>
            <a:ext cx="1265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>
                <a:solidFill>
                  <a:srgbClr val="FF0000"/>
                </a:solidFill>
              </a:rPr>
              <a:t>git</a:t>
            </a:r>
            <a:r>
              <a:rPr lang="nb-NO" dirty="0">
                <a:solidFill>
                  <a:srgbClr val="FF0000"/>
                </a:solidFill>
              </a:rPr>
              <a:t> </a:t>
            </a:r>
            <a:r>
              <a:rPr lang="nb-NO" dirty="0" err="1">
                <a:solidFill>
                  <a:srgbClr val="FF0000"/>
                </a:solidFill>
              </a:rPr>
              <a:t>commit</a:t>
            </a:r>
            <a:endParaRPr lang="nb-NO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5710D-23A5-E280-FCD9-9022DFD078F6}"/>
              </a:ext>
            </a:extLst>
          </p:cNvPr>
          <p:cNvSpPr txBox="1"/>
          <p:nvPr/>
        </p:nvSpPr>
        <p:spPr>
          <a:xfrm>
            <a:off x="7556546" y="4697506"/>
            <a:ext cx="3298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3"/>
              </a:rPr>
              <a:t>ProGit</a:t>
            </a:r>
            <a:r>
              <a:rPr lang="nb-NO" sz="1200" dirty="0"/>
              <a:t> by Scott </a:t>
            </a:r>
            <a:r>
              <a:rPr lang="nb-NO" sz="1200" dirty="0" err="1"/>
              <a:t>Chacon</a:t>
            </a:r>
            <a:r>
              <a:rPr lang="nb-NO" sz="1200" dirty="0"/>
              <a:t> and Ben </a:t>
            </a:r>
            <a:r>
              <a:rPr lang="nb-NO" sz="1200" dirty="0" err="1"/>
              <a:t>Straub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202492893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9849-6A85-94F6-7846-9FFEC322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2632B-5970-B4CE-1507-FFD3B3D42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91110"/>
            <a:ext cx="5091260" cy="3441939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git add </a:t>
            </a:r>
            <a:r>
              <a:rPr lang="en-US" dirty="0"/>
              <a:t>selects specific changes from your working directory and places them into the staging area.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git commit </a:t>
            </a:r>
            <a:r>
              <a:rPr lang="en-US" dirty="0"/>
              <a:t>packages whatever is currently inside the staging area into a permanent record in the Git history log.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Having a separate staging area allows you to curate and inspect exactly which changes should be committed</a:t>
            </a:r>
          </a:p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4DE84F-3750-AEC4-B71B-1D46AB8415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5" y="1828799"/>
            <a:ext cx="5091260" cy="286870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10F0B-7BC9-3A75-C67C-8D1E742AD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1119922"/>
          </a:xfrm>
        </p:spPr>
        <p:txBody>
          <a:bodyPr anchor="b">
            <a:normAutofit/>
          </a:bodyPr>
          <a:lstStyle/>
          <a:p>
            <a:r>
              <a:rPr lang="en-GB" dirty="0"/>
              <a:t>What’s the deal with the staging area?</a:t>
            </a:r>
            <a:endParaRPr lang="en-GB" noProof="0" dirty="0"/>
          </a:p>
        </p:txBody>
      </p:sp>
      <p:pic>
        <p:nvPicPr>
          <p:cNvPr id="6" name="Picture 5" descr="Working tree, staging area, and Git directory">
            <a:extLst>
              <a:ext uri="{FF2B5EF4-FFF2-40B4-BE49-F238E27FC236}">
                <a16:creationId xmlns:a16="http://schemas.microsoft.com/office/drawing/2014/main" id="{2BFF4674-01EC-C60F-E817-068F711D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03" y="1828799"/>
            <a:ext cx="5420652" cy="2987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BBDFA7-DF8C-521E-5EFA-AE351F3B8E3C}"/>
              </a:ext>
            </a:extLst>
          </p:cNvPr>
          <p:cNvSpPr txBox="1"/>
          <p:nvPr/>
        </p:nvSpPr>
        <p:spPr>
          <a:xfrm>
            <a:off x="7539293" y="4677740"/>
            <a:ext cx="3298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3"/>
              </a:rPr>
              <a:t>ProGit</a:t>
            </a:r>
            <a:r>
              <a:rPr lang="nb-NO" sz="1200" dirty="0"/>
              <a:t> by Scott </a:t>
            </a:r>
            <a:r>
              <a:rPr lang="nb-NO" sz="1200" dirty="0" err="1"/>
              <a:t>Chacon</a:t>
            </a:r>
            <a:r>
              <a:rPr lang="nb-NO" sz="1200" dirty="0"/>
              <a:t> and Ben </a:t>
            </a:r>
            <a:r>
              <a:rPr lang="nb-NO" sz="1200" dirty="0" err="1"/>
              <a:t>Straub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3562692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5BFB-F715-D200-6B61-C7CA5EAD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4573C-1ECB-713C-1743-61B55FDA7A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91110"/>
            <a:ext cx="5091260" cy="3441939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git add </a:t>
            </a:r>
            <a:r>
              <a:rPr lang="en-US" dirty="0"/>
              <a:t>selects specific changes from your working directory and places them into the staging area.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git commit </a:t>
            </a:r>
            <a:r>
              <a:rPr lang="en-US" dirty="0"/>
              <a:t>packages whatever is currently inside the staging area into a permanent record in the Git history log.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Having a separate staging area allows you to curate and inspect exactly which changes should be committed</a:t>
            </a:r>
          </a:p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56E9F-66FE-A146-B589-74D8890FE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5" y="1828799"/>
            <a:ext cx="5091260" cy="286870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43F26-1458-0D46-0994-81E92516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1119922"/>
          </a:xfrm>
        </p:spPr>
        <p:txBody>
          <a:bodyPr anchor="b">
            <a:normAutofit/>
          </a:bodyPr>
          <a:lstStyle/>
          <a:p>
            <a:r>
              <a:rPr lang="en-GB" dirty="0"/>
              <a:t>What’s the deal with the staging area?</a:t>
            </a:r>
            <a:endParaRPr lang="en-GB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11B4C00-CA2F-C727-622B-9E9AC698E14D}"/>
              </a:ext>
            </a:extLst>
          </p:cNvPr>
          <p:cNvSpPr txBox="1">
            <a:spLocks/>
          </p:cNvSpPr>
          <p:nvPr/>
        </p:nvSpPr>
        <p:spPr>
          <a:xfrm>
            <a:off x="5993904" y="2188230"/>
            <a:ext cx="5091260" cy="3441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638" indent="-274638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7188" indent="-3476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938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If you have made several unrelated changes to your code, the staging area allows you to separate them into clean, logical commits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choose</a:t>
            </a:r>
            <a:r>
              <a:rPr lang="nb-NO" dirty="0"/>
              <a:t> to </a:t>
            </a:r>
            <a:r>
              <a:rPr lang="nb-NO" dirty="0" err="1"/>
              <a:t>leave</a:t>
            </a:r>
            <a:r>
              <a:rPr lang="nb-NO" dirty="0"/>
              <a:t> </a:t>
            </a:r>
            <a:r>
              <a:rPr lang="nb-NO" dirty="0" err="1"/>
              <a:t>experimental</a:t>
            </a:r>
            <a:r>
              <a:rPr lang="nb-NO" dirty="0"/>
              <a:t> </a:t>
            </a:r>
            <a:r>
              <a:rPr lang="nb-NO" dirty="0" err="1"/>
              <a:t>code</a:t>
            </a:r>
            <a:r>
              <a:rPr lang="nb-NO" dirty="0"/>
              <a:t>, </a:t>
            </a:r>
            <a:r>
              <a:rPr lang="nb-NO" dirty="0" err="1"/>
              <a:t>temporary</a:t>
            </a:r>
            <a:r>
              <a:rPr lang="nb-NO" dirty="0"/>
              <a:t> </a:t>
            </a:r>
            <a:r>
              <a:rPr lang="nb-NO" dirty="0" err="1"/>
              <a:t>print</a:t>
            </a:r>
            <a:r>
              <a:rPr lang="nb-NO" dirty="0"/>
              <a:t> statements, or </a:t>
            </a:r>
            <a:r>
              <a:rPr lang="nb-NO" dirty="0" err="1"/>
              <a:t>work</a:t>
            </a:r>
            <a:r>
              <a:rPr lang="nb-NO" dirty="0"/>
              <a:t>-in-progress files </a:t>
            </a:r>
            <a:r>
              <a:rPr lang="nb-NO" dirty="0" err="1"/>
              <a:t>out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a </a:t>
            </a:r>
            <a:r>
              <a:rPr lang="nb-NO" dirty="0" err="1"/>
              <a:t>commit</a:t>
            </a:r>
            <a:r>
              <a:rPr lang="nb-NO" dirty="0"/>
              <a:t> </a:t>
            </a:r>
            <a:r>
              <a:rPr lang="nb-NO" dirty="0" err="1"/>
              <a:t>while</a:t>
            </a:r>
            <a:r>
              <a:rPr lang="nb-NO" dirty="0"/>
              <a:t> still </a:t>
            </a:r>
            <a:r>
              <a:rPr lang="nb-NO" dirty="0" err="1"/>
              <a:t>committing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clean</a:t>
            </a:r>
            <a:r>
              <a:rPr lang="nb-NO" dirty="0"/>
              <a:t> parts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ready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It </a:t>
            </a:r>
            <a:r>
              <a:rPr lang="nb-NO" dirty="0" err="1"/>
              <a:t>gives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a </a:t>
            </a:r>
            <a:r>
              <a:rPr lang="nb-NO" dirty="0" err="1"/>
              <a:t>checkpoint</a:t>
            </a:r>
            <a:r>
              <a:rPr lang="nb-NO" dirty="0"/>
              <a:t> to </a:t>
            </a:r>
            <a:r>
              <a:rPr lang="nb-NO" dirty="0" err="1"/>
              <a:t>review</a:t>
            </a:r>
            <a:r>
              <a:rPr lang="nb-NO" dirty="0"/>
              <a:t>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work</a:t>
            </a:r>
            <a:r>
              <a:rPr lang="nb-NO" dirty="0"/>
              <a:t> </a:t>
            </a:r>
            <a:r>
              <a:rPr lang="nb-NO" dirty="0" err="1"/>
              <a:t>before</a:t>
            </a:r>
            <a:r>
              <a:rPr lang="nb-NO" dirty="0"/>
              <a:t> </a:t>
            </a:r>
            <a:r>
              <a:rPr lang="nb-NO" dirty="0" err="1"/>
              <a:t>locking</a:t>
            </a:r>
            <a:r>
              <a:rPr lang="nb-NO" dirty="0"/>
              <a:t> it </a:t>
            </a:r>
            <a:r>
              <a:rPr lang="nb-NO" dirty="0" err="1"/>
              <a:t>into</a:t>
            </a:r>
            <a:r>
              <a:rPr lang="nb-NO" dirty="0"/>
              <a:t> </a:t>
            </a:r>
            <a:r>
              <a:rPr lang="nb-NO" dirty="0" err="1"/>
              <a:t>history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Helpful</a:t>
            </a:r>
            <a:r>
              <a:rPr lang="nb-NO" dirty="0"/>
              <a:t> during </a:t>
            </a:r>
            <a:r>
              <a:rPr lang="nb-NO" i="1" dirty="0" err="1"/>
              <a:t>merge</a:t>
            </a:r>
            <a:r>
              <a:rPr lang="nb-NO" dirty="0"/>
              <a:t> </a:t>
            </a:r>
            <a:r>
              <a:rPr lang="nb-NO" dirty="0" err="1"/>
              <a:t>conflicts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89531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3734-33FB-1923-503B-ED3D38943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B70E0-2CF4-6BEB-E75E-6B0E1A3C2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91110"/>
            <a:ext cx="5091260" cy="3441939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20534-B313-F47E-943E-44B91A67B6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5" y="1828799"/>
            <a:ext cx="5091260" cy="286870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560388" lvl="1" indent="-285750">
              <a:lnSpc>
                <a:spcPct val="100000"/>
              </a:lnSpc>
            </a:pPr>
            <a:endParaRPr lang="en-US" dirty="0"/>
          </a:p>
          <a:p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AB042-E321-6385-9991-5ACDF709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1119922"/>
          </a:xfrm>
        </p:spPr>
        <p:txBody>
          <a:bodyPr anchor="b">
            <a:normAutofit/>
          </a:bodyPr>
          <a:lstStyle/>
          <a:p>
            <a:r>
              <a:rPr lang="en-GB" dirty="0"/>
              <a:t>What is a commit? </a:t>
            </a:r>
            <a:endParaRPr lang="en-GB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A6CE9FA-B676-C73E-EE3C-3C4AA0660576}"/>
              </a:ext>
            </a:extLst>
          </p:cNvPr>
          <p:cNvSpPr txBox="1">
            <a:spLocks/>
          </p:cNvSpPr>
          <p:nvPr/>
        </p:nvSpPr>
        <p:spPr>
          <a:xfrm>
            <a:off x="5993904" y="2188230"/>
            <a:ext cx="5091260" cy="3441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638" indent="-274638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7188" indent="-3476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tabLst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7938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</a:pPr>
            <a:endParaRPr lang="en-US" dirty="0"/>
          </a:p>
        </p:txBody>
      </p:sp>
      <p:pic>
        <p:nvPicPr>
          <p:cNvPr id="6" name="Picture 5" descr="A commit and its tree">
            <a:extLst>
              <a:ext uri="{FF2B5EF4-FFF2-40B4-BE49-F238E27FC236}">
                <a16:creationId xmlns:a16="http://schemas.microsoft.com/office/drawing/2014/main" id="{4993F60C-70D5-25C4-8B18-D90443DAB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92" y="1475116"/>
            <a:ext cx="9299275" cy="51453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00AD7A-DAB3-C25A-5E66-6A0976949A9B}"/>
              </a:ext>
            </a:extLst>
          </p:cNvPr>
          <p:cNvSpPr txBox="1"/>
          <p:nvPr/>
        </p:nvSpPr>
        <p:spPr>
          <a:xfrm>
            <a:off x="3383830" y="6481964"/>
            <a:ext cx="3298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4"/>
              </a:rPr>
              <a:t>ProGit</a:t>
            </a:r>
            <a:r>
              <a:rPr lang="nb-NO" sz="1200" dirty="0"/>
              <a:t> by Scott </a:t>
            </a:r>
            <a:r>
              <a:rPr lang="nb-NO" sz="1200" dirty="0" err="1"/>
              <a:t>Chacon</a:t>
            </a:r>
            <a:r>
              <a:rPr lang="nb-NO" sz="1200" dirty="0"/>
              <a:t> and Ben </a:t>
            </a:r>
            <a:r>
              <a:rPr lang="nb-NO" sz="1200" dirty="0" err="1"/>
              <a:t>Straub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319504503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44CDF-2F4D-6EFC-6964-74C2C1AB7B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178" y="1483744"/>
            <a:ext cx="5091260" cy="2868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Blob</a:t>
            </a:r>
          </a:p>
          <a:p>
            <a:pPr marL="560388" lvl="1" indent="-285750"/>
            <a:r>
              <a:rPr lang="en-US" dirty="0"/>
              <a:t>A localized change to a single file</a:t>
            </a:r>
          </a:p>
          <a:p>
            <a:pPr marL="560388" lvl="1" indent="-285750"/>
            <a:r>
              <a:rPr lang="en-US" dirty="0"/>
              <a:t>Multiple changes to a single file may be separate blobs if they are far enough from each other in the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Tree</a:t>
            </a:r>
          </a:p>
          <a:p>
            <a:pPr marL="560388" lvl="1" indent="-285750"/>
            <a:r>
              <a:rPr lang="en-US" dirty="0"/>
              <a:t>Collection of all blobs in a commit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Hash</a:t>
            </a:r>
          </a:p>
          <a:p>
            <a:pPr marL="560388" lvl="1" indent="-285750"/>
            <a:r>
              <a:rPr lang="en-US" dirty="0"/>
              <a:t>A unique digital fingerprint of each blob, tree and commit</a:t>
            </a:r>
          </a:p>
          <a:p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0F8EF-7A14-413C-084B-11E566343D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8614" y="1483744"/>
            <a:ext cx="5091260" cy="32262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Commit</a:t>
            </a:r>
          </a:p>
          <a:p>
            <a:pPr marL="560388" lvl="1" indent="-285750"/>
            <a:r>
              <a:rPr lang="en-US" dirty="0"/>
              <a:t>Tree with all changes checked in with this commit</a:t>
            </a:r>
          </a:p>
          <a:p>
            <a:pPr marL="560388" lvl="1" indent="-285750"/>
            <a:r>
              <a:rPr lang="en-US" dirty="0"/>
              <a:t>Metadata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Information about author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Explanatory message about content of commit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Hash of single parent or both parents (previous commit(s))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Hash of commit itself</a:t>
            </a:r>
          </a:p>
          <a:p>
            <a:endParaRPr lang="nb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710564-5820-279B-DA63-F6A6C76AA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697228"/>
          </a:xfrm>
        </p:spPr>
        <p:txBody>
          <a:bodyPr anchor="b">
            <a:normAutofit/>
          </a:bodyPr>
          <a:lstStyle/>
          <a:p>
            <a:r>
              <a:rPr lang="en-GB" dirty="0"/>
              <a:t>What is a commit? Some more terminology…</a:t>
            </a:r>
            <a:endParaRPr lang="en-GB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B2741-CF2C-963B-F765-B5650F6C5879}"/>
              </a:ext>
            </a:extLst>
          </p:cNvPr>
          <p:cNvSpPr txBox="1"/>
          <p:nvPr/>
        </p:nvSpPr>
        <p:spPr>
          <a:xfrm>
            <a:off x="2708696" y="5227607"/>
            <a:ext cx="63852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history as a blockchain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By linking via hashes, Git builds a definite history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One cannot change earlier commits without breaking the chain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975203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25E3-811B-FFE6-454A-C1DCEEDA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42882C-778A-D47A-4183-F3036206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697228"/>
          </a:xfrm>
        </p:spPr>
        <p:txBody>
          <a:bodyPr anchor="b">
            <a:normAutofit/>
          </a:bodyPr>
          <a:lstStyle/>
          <a:p>
            <a:r>
              <a:rPr lang="en-GB" dirty="0"/>
              <a:t>Braches are very useful</a:t>
            </a:r>
            <a:endParaRPr lang="en-GB" noProof="0" dirty="0"/>
          </a:p>
        </p:txBody>
      </p:sp>
      <p:pic>
        <p:nvPicPr>
          <p:cNvPr id="9" name="Picture 8" descr="A merge commit">
            <a:extLst>
              <a:ext uri="{FF2B5EF4-FFF2-40B4-BE49-F238E27FC236}">
                <a16:creationId xmlns:a16="http://schemas.microsoft.com/office/drawing/2014/main" id="{FA0CE74F-1F3D-EC01-8D04-2BE72CA57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89" y="1436020"/>
            <a:ext cx="8292873" cy="32062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E14E44-957D-0291-B577-B8CFA8E9B218}"/>
              </a:ext>
            </a:extLst>
          </p:cNvPr>
          <p:cNvSpPr txBox="1"/>
          <p:nvPr/>
        </p:nvSpPr>
        <p:spPr>
          <a:xfrm>
            <a:off x="4513891" y="4765307"/>
            <a:ext cx="3298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3"/>
              </a:rPr>
              <a:t>ProGit</a:t>
            </a:r>
            <a:r>
              <a:rPr lang="nb-NO" sz="1200" dirty="0"/>
              <a:t> by Scott </a:t>
            </a:r>
            <a:r>
              <a:rPr lang="nb-NO" sz="1200" dirty="0" err="1"/>
              <a:t>Chacon</a:t>
            </a:r>
            <a:r>
              <a:rPr lang="nb-NO" sz="1200" dirty="0"/>
              <a:t> and Ben </a:t>
            </a:r>
            <a:r>
              <a:rPr lang="nb-NO" sz="1200" dirty="0" err="1"/>
              <a:t>Straub</a:t>
            </a:r>
            <a:endParaRPr lang="nb-NO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3B6CA8-36D1-5381-5973-538BC88346DF}"/>
              </a:ext>
            </a:extLst>
          </p:cNvPr>
          <p:cNvSpPr txBox="1"/>
          <p:nvPr/>
        </p:nvSpPr>
        <p:spPr>
          <a:xfrm>
            <a:off x="9701855" y="2170346"/>
            <a:ext cx="1259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main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5020406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6A80-1BF4-DF23-94FD-B542A1C7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9A22D-9EEF-A655-595A-5590777283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178" y="1483744"/>
            <a:ext cx="5091260" cy="2868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Extremely powerful feature to work on code in a controlled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Changes made in a branch are kept separate from changes in other branches</a:t>
            </a:r>
          </a:p>
          <a:p>
            <a:pPr marL="560388" lvl="1" indent="-285750"/>
            <a:r>
              <a:rPr lang="en-US" dirty="0"/>
              <a:t>You can try out new things in a branch</a:t>
            </a:r>
          </a:p>
          <a:p>
            <a:pPr marL="560388" lvl="1" indent="-285750"/>
            <a:r>
              <a:rPr lang="en-US" dirty="0"/>
              <a:t>You can commit as many versions in a branch as you like</a:t>
            </a:r>
          </a:p>
          <a:p>
            <a:pPr marL="560388" lvl="1" indent="-285750"/>
            <a:r>
              <a:rPr lang="en-US" dirty="0"/>
              <a:t>If your new ideas work out, you can integrate them</a:t>
            </a:r>
          </a:p>
          <a:p>
            <a:pPr marL="560388" lvl="1" indent="-285750"/>
            <a:r>
              <a:rPr lang="en-US" dirty="0"/>
              <a:t>If they don't work out, you can just delete the branch</a:t>
            </a:r>
          </a:p>
          <a:p>
            <a:pPr marL="560388" lvl="1" indent="-285750"/>
            <a:r>
              <a:rPr lang="en-US" dirty="0"/>
              <a:t>You can share branches with others to collaborate</a:t>
            </a:r>
          </a:p>
          <a:p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E6440-BCC3-114B-1AC9-083F699D63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2540" y="2242867"/>
            <a:ext cx="5091260" cy="32262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 branch for "definite" version of project</a:t>
            </a:r>
          </a:p>
          <a:p>
            <a:pPr marL="560388" lvl="1" indent="-285750"/>
            <a:r>
              <a:rPr lang="en-US" dirty="0"/>
              <a:t>Historically called master, today usually called main</a:t>
            </a:r>
          </a:p>
          <a:p>
            <a:pPr marL="560388" lvl="1" indent="-285750"/>
            <a:r>
              <a:rPr lang="en-US" dirty="0"/>
              <a:t>Automatically created when you create a repository</a:t>
            </a:r>
          </a:p>
          <a:p>
            <a:pPr marL="560388" lvl="1" indent="-285750"/>
            <a:r>
              <a:rPr lang="en-US" dirty="0"/>
              <a:t>Changes from successful branches get integrated into main</a:t>
            </a:r>
          </a:p>
          <a:p>
            <a:endParaRPr lang="nb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686294-252F-20CC-5CAD-04D2304A2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697228"/>
          </a:xfrm>
        </p:spPr>
        <p:txBody>
          <a:bodyPr anchor="b">
            <a:normAutofit/>
          </a:bodyPr>
          <a:lstStyle/>
          <a:p>
            <a:r>
              <a:rPr lang="en-GB" dirty="0"/>
              <a:t>Braches are very useful</a:t>
            </a:r>
            <a:endParaRPr lang="en-GB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7BBD9-D500-740E-C5A6-B7BD57527EDE}"/>
              </a:ext>
            </a:extLst>
          </p:cNvPr>
          <p:cNvSpPr txBox="1"/>
          <p:nvPr/>
        </p:nvSpPr>
        <p:spPr>
          <a:xfrm>
            <a:off x="6262540" y="6452080"/>
            <a:ext cx="3298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2"/>
              </a:rPr>
              <a:t>ProGit</a:t>
            </a:r>
            <a:r>
              <a:rPr lang="nb-NO" sz="1200" dirty="0"/>
              <a:t> by Scott </a:t>
            </a:r>
            <a:r>
              <a:rPr lang="nb-NO" sz="1200" dirty="0" err="1"/>
              <a:t>Chacon</a:t>
            </a:r>
            <a:r>
              <a:rPr lang="nb-NO" sz="1200" dirty="0"/>
              <a:t> and Ben </a:t>
            </a:r>
            <a:r>
              <a:rPr lang="nb-NO" sz="1200" dirty="0" err="1"/>
              <a:t>Straub</a:t>
            </a:r>
            <a:endParaRPr lang="nb-NO" sz="1200" dirty="0"/>
          </a:p>
        </p:txBody>
      </p:sp>
      <p:pic>
        <p:nvPicPr>
          <p:cNvPr id="9" name="Picture 8" descr="A merge commit">
            <a:extLst>
              <a:ext uri="{FF2B5EF4-FFF2-40B4-BE49-F238E27FC236}">
                <a16:creationId xmlns:a16="http://schemas.microsoft.com/office/drawing/2014/main" id="{2B62589B-5105-312E-F4B7-012F729BF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255" y="4064209"/>
            <a:ext cx="72675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4364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E210E-560A-6232-AE91-9D1324D1F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689FA-E1A9-20DF-A389-B3813E040C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178" y="1483744"/>
            <a:ext cx="5091260" cy="2868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Branching </a:t>
            </a:r>
          </a:p>
          <a:p>
            <a:pPr marL="560388" lvl="1" indent="-285750"/>
            <a:r>
              <a:rPr lang="en-US" dirty="0"/>
              <a:t>Create a new branch</a:t>
            </a:r>
          </a:p>
          <a:p>
            <a:pPr marL="560388" lvl="1" indent="-285750"/>
            <a:r>
              <a:rPr lang="en-US" dirty="0"/>
              <a:t>E.g., to fix a bug or develop a new feature</a:t>
            </a:r>
          </a:p>
          <a:p>
            <a:pPr marL="560388" lvl="1" indent="-285750"/>
            <a:r>
              <a:rPr lang="en-US" dirty="0"/>
              <a:t>Usually want to ensure all changes are committed before creating a new branch</a:t>
            </a:r>
          </a:p>
          <a:p>
            <a:pPr marL="560388" lvl="1" indent="-285750"/>
            <a:r>
              <a:rPr lang="en-US" dirty="0"/>
              <a:t>Each branch is a pointer to a specific commit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Checking out </a:t>
            </a:r>
          </a:p>
          <a:p>
            <a:pPr marL="560388" lvl="1" indent="-285750"/>
            <a:r>
              <a:rPr lang="en-US" dirty="0"/>
              <a:t>Switching content of working directory between branches</a:t>
            </a:r>
          </a:p>
          <a:p>
            <a:pPr marL="560388" lvl="1" indent="-285750"/>
            <a:r>
              <a:rPr lang="en-US" dirty="0"/>
              <a:t>Usually want to ensure all changes are committed before checking out a different branch</a:t>
            </a:r>
          </a:p>
          <a:p>
            <a:pPr marL="560388" lvl="1" indent="-285750"/>
            <a:r>
              <a:rPr lang="en-US" dirty="0"/>
              <a:t>In newer versions of git there is more intuitive command called git switch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7C7AF-6630-1628-8F0F-E44D057E9E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562" y="1483744"/>
            <a:ext cx="5091260" cy="32262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HEAD </a:t>
            </a:r>
          </a:p>
          <a:p>
            <a:pPr marL="560388" lvl="1" indent="-285750"/>
            <a:r>
              <a:rPr lang="en-US" dirty="0"/>
              <a:t>A pointer to the current branch (“You are here!”)</a:t>
            </a:r>
          </a:p>
          <a:p>
            <a:pPr marL="560388" lvl="1" indent="-285750"/>
            <a:r>
              <a:rPr lang="en-US" dirty="0"/>
              <a:t>Each new commit is added as a child of the commit HEAD points to</a:t>
            </a:r>
          </a:p>
          <a:p>
            <a:pPr marL="560388" lvl="1" indent="-285750"/>
            <a:r>
              <a:rPr lang="en-US" dirty="0"/>
              <a:t>Upon commit, the current branch pointer (HEAD) is moved to the new commit</a:t>
            </a:r>
          </a:p>
          <a:p>
            <a:endParaRPr lang="nb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A1FFA3-4336-9DC8-0DFD-F308A9B4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697228"/>
          </a:xfrm>
        </p:spPr>
        <p:txBody>
          <a:bodyPr anchor="b">
            <a:normAutofit/>
          </a:bodyPr>
          <a:lstStyle/>
          <a:p>
            <a:r>
              <a:rPr lang="en-GB" dirty="0"/>
              <a:t>More Git terminology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1621594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E843-6DA9-A07F-B1C0-7C776938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78CB9-08D0-6632-04D1-6519FD7A13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178" y="1483744"/>
            <a:ext cx="5091260" cy="2868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Merging </a:t>
            </a:r>
          </a:p>
          <a:p>
            <a:pPr marL="560388" lvl="1" indent="-285750"/>
            <a:r>
              <a:rPr lang="en-US" dirty="0"/>
              <a:t>Combine changes made on different branches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from bug-fix branch into main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merge new feature into main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merge changes from remote server into your main</a:t>
            </a:r>
          </a:p>
          <a:p>
            <a:pPr marL="642938" lvl="2" indent="-285750">
              <a:buFont typeface="Courier New" panose="02070309020205020404" pitchFamily="49" charset="0"/>
              <a:buChar char="o"/>
            </a:pPr>
            <a:r>
              <a:rPr lang="en-US" sz="1500" dirty="0"/>
              <a:t>merge changes from main into a branch to keep branch up-to-date</a:t>
            </a:r>
          </a:p>
          <a:p>
            <a:pPr marL="560388" lvl="1" indent="-285750"/>
            <a:r>
              <a:rPr lang="en-US" dirty="0"/>
              <a:t>Usually git handles necessary changes automatically</a:t>
            </a:r>
          </a:p>
          <a:p>
            <a:pPr marL="560388" lvl="1" indent="-285750"/>
            <a:r>
              <a:rPr lang="en-US" dirty="0"/>
              <a:t>If possible, git performs fast forward: changes from merged branch just put at head of current branch</a:t>
            </a:r>
          </a:p>
          <a:p>
            <a:pPr marL="560388" lvl="1" indent="-285750"/>
            <a:r>
              <a:rPr lang="en-US" dirty="0"/>
              <a:t>Otherwise, creates merge commit with two parents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6D521-4CCA-8E0E-6CC6-BBC00BA769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562" y="1483744"/>
            <a:ext cx="5091260" cy="32262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Conflicts </a:t>
            </a:r>
          </a:p>
          <a:p>
            <a:pPr marL="560388" lvl="1" indent="-285750"/>
            <a:r>
              <a:rPr lang="en-US" dirty="0"/>
              <a:t>Sometimes, git cannot combine changes from two branches</a:t>
            </a:r>
          </a:p>
          <a:p>
            <a:pPr marL="560388" lvl="1" indent="-285750"/>
            <a:r>
              <a:rPr lang="en-US" dirty="0"/>
              <a:t>Usually if different changes to the same line of code</a:t>
            </a:r>
          </a:p>
          <a:p>
            <a:pPr marL="560388" lvl="1" indent="-285750"/>
            <a:r>
              <a:rPr lang="en-US" dirty="0"/>
              <a:t>Git flags a conflict</a:t>
            </a:r>
          </a:p>
          <a:p>
            <a:pPr marL="560388" lvl="1" indent="-285750"/>
            <a:r>
              <a:rPr lang="en-US" dirty="0"/>
              <a:t>Programmer must resolve conflict manually and then commit</a:t>
            </a:r>
          </a:p>
          <a:p>
            <a:pPr marL="560388" lvl="1" indent="-285750"/>
            <a:r>
              <a:rPr lang="en-US" dirty="0"/>
              <a:t>Note: Git can only detect conflicts in program text, not in program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D75E4E-B915-1142-E4C7-B5CE44596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697228"/>
          </a:xfrm>
        </p:spPr>
        <p:txBody>
          <a:bodyPr anchor="b">
            <a:normAutofit/>
          </a:bodyPr>
          <a:lstStyle/>
          <a:p>
            <a:r>
              <a:rPr lang="en-GB" dirty="0"/>
              <a:t>More Git terminology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5284837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8520E-D2E1-CFE9-168A-55E416B6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E1532-D6A1-926F-CD8E-8A7A1B659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177" y="1233578"/>
            <a:ext cx="5091260" cy="2868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Server </a:t>
            </a:r>
          </a:p>
          <a:p>
            <a:pPr marL="560388" lvl="1" indent="-285750"/>
            <a:r>
              <a:rPr lang="en-US" dirty="0"/>
              <a:t>Any computer providing access to git repositories </a:t>
            </a:r>
          </a:p>
          <a:p>
            <a:pPr marL="560388" lvl="1" indent="-285750"/>
            <a:r>
              <a:rPr lang="en-US" dirty="0"/>
              <a:t>For example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Clone </a:t>
            </a:r>
          </a:p>
          <a:p>
            <a:pPr marL="560388" lvl="1" indent="-285750"/>
            <a:r>
              <a:rPr lang="en-US" dirty="0"/>
              <a:t>Copy repository from server to your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Fork </a:t>
            </a:r>
          </a:p>
          <a:p>
            <a:pPr marL="560388" lvl="1" indent="-285750"/>
            <a:r>
              <a:rPr lang="en-US" dirty="0"/>
              <a:t>Copy a repository, usually from a different user, on a server </a:t>
            </a:r>
          </a:p>
          <a:p>
            <a:pPr marL="560388" lvl="1" indent="-285750"/>
            <a:r>
              <a:rPr lang="en-US" dirty="0"/>
              <a:t>For example: Fork from another GitHub repository to your GitHub repository</a:t>
            </a:r>
          </a:p>
          <a:p>
            <a:pPr marL="560388" lvl="1" indent="-285750"/>
            <a:r>
              <a:rPr lang="en-US" dirty="0"/>
              <a:t>Not relevant for this course, but necessary if you want to contribute to a project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E1B8C6-803C-D867-DCAB-237AC7A6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697228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More Git terminology – Working with remote server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6D7F06-9B8C-E607-38C2-44F98487C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214" y="3429000"/>
            <a:ext cx="4616106" cy="191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6038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7B19-0D12-0536-DF1D-CB4056DDA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22A2C-3C68-5CA1-6D11-A73FB5A5A3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177" y="1233578"/>
            <a:ext cx="5091260" cy="2868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Server </a:t>
            </a:r>
          </a:p>
          <a:p>
            <a:pPr marL="560388" lvl="1" indent="-285750"/>
            <a:r>
              <a:rPr lang="en-US" dirty="0"/>
              <a:t>Any computer providing access to git repositories </a:t>
            </a:r>
          </a:p>
          <a:p>
            <a:pPr marL="560388" lvl="1" indent="-285750"/>
            <a:r>
              <a:rPr lang="en-US" dirty="0"/>
              <a:t>For example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Clone </a:t>
            </a:r>
          </a:p>
          <a:p>
            <a:pPr marL="560388" lvl="1" indent="-285750"/>
            <a:r>
              <a:rPr lang="en-US" dirty="0"/>
              <a:t>Copy repository from server to your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Fork </a:t>
            </a:r>
          </a:p>
          <a:p>
            <a:pPr marL="560388" lvl="1" indent="-285750"/>
            <a:r>
              <a:rPr lang="en-US" dirty="0"/>
              <a:t>Copy a repository, usually from a different user, on a server </a:t>
            </a:r>
          </a:p>
          <a:p>
            <a:pPr marL="560388" lvl="1" indent="-285750"/>
            <a:r>
              <a:rPr lang="en-US" dirty="0"/>
              <a:t>For example: Fork from another GitHub repository to your GitHub repository</a:t>
            </a:r>
          </a:p>
          <a:p>
            <a:pPr marL="560388" lvl="1" indent="-285750"/>
            <a:r>
              <a:rPr lang="en-US" dirty="0"/>
              <a:t>Not relevant for this course, but necessary if you want to contribute to a project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E64E1-C900-EC74-4D0E-45B4C1D420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564" y="1155940"/>
            <a:ext cx="5091260" cy="495005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Remote </a:t>
            </a:r>
          </a:p>
          <a:p>
            <a:pPr marL="560388" lvl="1" indent="-285750"/>
            <a:r>
              <a:rPr lang="en-US" dirty="0"/>
              <a:t>A remote is a git server that you have told your local git repository about </a:t>
            </a:r>
          </a:p>
          <a:p>
            <a:pPr marL="560388" lvl="1" indent="-285750"/>
            <a:r>
              <a:rPr lang="en-US" dirty="0"/>
              <a:t>When you clone a project from a server, that server is automatically registered as the remote origin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</a:t>
            </a:r>
          </a:p>
          <a:p>
            <a:pPr marL="560388" lvl="1" indent="-285750"/>
            <a:r>
              <a:rPr lang="en-US" dirty="0"/>
              <a:t>Get information about all new changes available at a remote </a:t>
            </a:r>
          </a:p>
          <a:p>
            <a:pPr marL="560388" lvl="1" indent="-285750"/>
            <a:r>
              <a:rPr lang="en-US" dirty="0"/>
              <a:t>Does not change your working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Pull </a:t>
            </a:r>
          </a:p>
          <a:p>
            <a:pPr marL="560388" lvl="1" indent="-285750"/>
            <a:r>
              <a:rPr lang="en-US" dirty="0"/>
              <a:t>Merge changes from remote branch into your working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Push </a:t>
            </a:r>
          </a:p>
          <a:p>
            <a:pPr marL="560388" lvl="1" indent="-285750"/>
            <a:r>
              <a:rPr lang="en-US" dirty="0"/>
              <a:t>Send your commits to remote server </a:t>
            </a:r>
          </a:p>
          <a:p>
            <a:pPr marL="560388" lvl="1" indent="-285750"/>
            <a:r>
              <a:rPr lang="en-US" dirty="0"/>
              <a:t>Will fail if server has commits not yet in your history </a:t>
            </a:r>
          </a:p>
          <a:p>
            <a:pPr marL="560388" lvl="1" indent="-285750"/>
            <a:r>
              <a:rPr lang="en-US" dirty="0"/>
              <a:t>Need to pull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1583F2-3862-7286-F98B-671E7196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697228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More Git terminology – Working with remote server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2308070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482AA7-2315-3C33-6203-99870A21A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/>
              <a:t>Setup and </a:t>
            </a:r>
            <a:r>
              <a:rPr lang="nb-NO" dirty="0" err="1"/>
              <a:t>identity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Getting</a:t>
            </a:r>
            <a:r>
              <a:rPr lang="nb-NO" dirty="0"/>
              <a:t> </a:t>
            </a:r>
            <a:r>
              <a:rPr lang="nb-NO" dirty="0" err="1"/>
              <a:t>started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Daily</a:t>
            </a:r>
            <a:r>
              <a:rPr lang="nb-NO" dirty="0"/>
              <a:t> </a:t>
            </a:r>
            <a:r>
              <a:rPr lang="nb-NO" dirty="0" err="1"/>
              <a:t>local</a:t>
            </a:r>
            <a:r>
              <a:rPr lang="nb-NO" dirty="0"/>
              <a:t> </a:t>
            </a:r>
            <a:r>
              <a:rPr lang="nb-NO" dirty="0" err="1"/>
              <a:t>use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Syncing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remote</a:t>
            </a:r>
            <a:r>
              <a:rPr lang="nb-NO" dirty="0"/>
              <a:t> (GitHub)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Inspecting</a:t>
            </a:r>
            <a:r>
              <a:rPr lang="nb-NO" dirty="0"/>
              <a:t> </a:t>
            </a:r>
            <a:r>
              <a:rPr lang="nb-NO" dirty="0" err="1"/>
              <a:t>changes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Branching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Safety</a:t>
            </a:r>
            <a:r>
              <a:rPr lang="nb-NO" dirty="0"/>
              <a:t> and </a:t>
            </a:r>
            <a:r>
              <a:rPr lang="nb-NO" dirty="0" err="1"/>
              <a:t>diagnosis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659A72-7830-273E-66A5-6298ED32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An </a:t>
            </a:r>
            <a:r>
              <a:rPr lang="nb-NO" dirty="0" err="1"/>
              <a:t>overview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1448336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693B-07CC-3EB1-0D69-2516E93B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D4A6DD-2492-F551-6F49-32AB75379B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/>
              <a:t>Setup and </a:t>
            </a:r>
            <a:r>
              <a:rPr lang="nb-NO" dirty="0" err="1"/>
              <a:t>identity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Getting</a:t>
            </a:r>
            <a:r>
              <a:rPr lang="nb-NO" dirty="0"/>
              <a:t> </a:t>
            </a:r>
            <a:r>
              <a:rPr lang="nb-NO" dirty="0" err="1"/>
              <a:t>started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Daily</a:t>
            </a:r>
            <a:r>
              <a:rPr lang="nb-NO" dirty="0"/>
              <a:t> </a:t>
            </a:r>
            <a:r>
              <a:rPr lang="nb-NO" dirty="0" err="1"/>
              <a:t>local</a:t>
            </a:r>
            <a:r>
              <a:rPr lang="nb-NO" dirty="0"/>
              <a:t> </a:t>
            </a:r>
            <a:r>
              <a:rPr lang="nb-NO" dirty="0" err="1"/>
              <a:t>use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Syncing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remote</a:t>
            </a:r>
            <a:r>
              <a:rPr lang="nb-NO" dirty="0"/>
              <a:t> (GitHub)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Inspecting</a:t>
            </a:r>
            <a:r>
              <a:rPr lang="nb-NO" dirty="0"/>
              <a:t> </a:t>
            </a:r>
            <a:r>
              <a:rPr lang="nb-NO" dirty="0" err="1"/>
              <a:t>changes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Branching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r>
              <a:rPr lang="nb-NO" dirty="0" err="1"/>
              <a:t>Safety</a:t>
            </a:r>
            <a:r>
              <a:rPr lang="nb-NO" dirty="0"/>
              <a:t> and </a:t>
            </a:r>
            <a:r>
              <a:rPr lang="nb-NO" dirty="0" err="1"/>
              <a:t>diagnosis</a:t>
            </a:r>
            <a:endParaRPr lang="nb-NO" dirty="0"/>
          </a:p>
          <a:p>
            <a:pPr marL="342900" indent="-342900">
              <a:buFont typeface="+mj-lt"/>
              <a:buAutoNum type="arabicPeriod"/>
            </a:pP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513A6-44F3-BE95-780A-F267EA64AD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5-command starter 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clone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add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commit -m "..."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push</a:t>
            </a:r>
          </a:p>
          <a:p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6C7199-1B83-FF55-2756-2543E944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An </a:t>
            </a:r>
            <a:r>
              <a:rPr lang="nb-NO" dirty="0" err="1"/>
              <a:t>overview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014950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6C4D-DC95-75AD-0911-EB268888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2107F8-9DCA-D43A-0076-43D0F916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Setup and </a:t>
            </a:r>
            <a:r>
              <a:rPr lang="nb-NO" dirty="0" err="1"/>
              <a:t>identity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5A574-04AB-384C-1246-FD112321D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Run </a:t>
            </a:r>
            <a:r>
              <a:rPr lang="nb-NO" dirty="0" err="1"/>
              <a:t>once</a:t>
            </a:r>
            <a:r>
              <a:rPr lang="nb-NO" dirty="0"/>
              <a:t> per </a:t>
            </a:r>
            <a:r>
              <a:rPr lang="nb-NO" dirty="0" err="1"/>
              <a:t>machine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config</a:t>
            </a:r>
            <a:r>
              <a:rPr lang="nb-NO" dirty="0"/>
              <a:t> --global user.name "Your </a:t>
            </a:r>
            <a:r>
              <a:rPr lang="nb-NO" dirty="0" err="1"/>
              <a:t>Name</a:t>
            </a:r>
            <a:r>
              <a:rPr lang="nb-NO" dirty="0"/>
              <a:t>"</a:t>
            </a:r>
          </a:p>
          <a:p>
            <a:pPr marL="560388" lvl="1" indent="-285750"/>
            <a:r>
              <a:rPr lang="nb-NO" dirty="0"/>
              <a:t>Sets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author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 </a:t>
            </a:r>
            <a:r>
              <a:rPr lang="nb-NO" dirty="0" err="1"/>
              <a:t>attached</a:t>
            </a:r>
            <a:r>
              <a:rPr lang="nb-NO" dirty="0"/>
              <a:t> to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commits</a:t>
            </a:r>
            <a:r>
              <a:rPr lang="nb-NO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config</a:t>
            </a:r>
            <a:r>
              <a:rPr lang="nb-NO" dirty="0"/>
              <a:t> --global </a:t>
            </a:r>
            <a:r>
              <a:rPr lang="nb-NO" dirty="0" err="1"/>
              <a:t>user.email</a:t>
            </a:r>
            <a:r>
              <a:rPr lang="nb-NO" dirty="0"/>
              <a:t> "email@example.com"</a:t>
            </a:r>
          </a:p>
          <a:p>
            <a:pPr marL="560388" lvl="1" indent="-285750"/>
            <a:r>
              <a:rPr lang="nb-NO" dirty="0"/>
              <a:t>Links </a:t>
            </a:r>
            <a:r>
              <a:rPr lang="nb-NO" dirty="0" err="1"/>
              <a:t>local</a:t>
            </a:r>
            <a:r>
              <a:rPr lang="nb-NO" dirty="0"/>
              <a:t> </a:t>
            </a:r>
            <a:r>
              <a:rPr lang="nb-NO" dirty="0" err="1"/>
              <a:t>commits</a:t>
            </a:r>
            <a:r>
              <a:rPr lang="nb-NO" dirty="0"/>
              <a:t> to </a:t>
            </a:r>
            <a:r>
              <a:rPr lang="nb-NO" dirty="0" err="1"/>
              <a:t>your</a:t>
            </a:r>
            <a:r>
              <a:rPr lang="nb-NO" dirty="0"/>
              <a:t> GitHub </a:t>
            </a:r>
            <a:r>
              <a:rPr lang="nb-NO" dirty="0" err="1"/>
              <a:t>profile</a:t>
            </a:r>
            <a:r>
              <a:rPr lang="nb-NO" dirty="0"/>
              <a:t> (must match </a:t>
            </a:r>
            <a:r>
              <a:rPr lang="nb-NO" dirty="0" err="1"/>
              <a:t>your</a:t>
            </a:r>
            <a:r>
              <a:rPr lang="nb-NO" dirty="0"/>
              <a:t> GitHub email).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config</a:t>
            </a:r>
            <a:r>
              <a:rPr lang="nb-NO" dirty="0"/>
              <a:t> --global </a:t>
            </a:r>
            <a:r>
              <a:rPr lang="nb-NO" dirty="0" err="1"/>
              <a:t>init.defaultBranch</a:t>
            </a:r>
            <a:r>
              <a:rPr lang="nb-NO" dirty="0"/>
              <a:t> </a:t>
            </a:r>
            <a:r>
              <a:rPr lang="nb-NO" dirty="0" err="1"/>
              <a:t>main</a:t>
            </a:r>
            <a:endParaRPr lang="nb-NO" dirty="0"/>
          </a:p>
          <a:p>
            <a:pPr marL="560388" lvl="1" indent="-285750"/>
            <a:r>
              <a:rPr lang="nb-NO" dirty="0"/>
              <a:t>Ensures </a:t>
            </a:r>
            <a:r>
              <a:rPr lang="nb-NO" dirty="0" err="1"/>
              <a:t>new</a:t>
            </a:r>
            <a:r>
              <a:rPr lang="nb-NO" dirty="0"/>
              <a:t> </a:t>
            </a:r>
            <a:r>
              <a:rPr lang="nb-NO" dirty="0" err="1"/>
              <a:t>local</a:t>
            </a:r>
            <a:r>
              <a:rPr lang="nb-NO" dirty="0"/>
              <a:t> </a:t>
            </a:r>
            <a:r>
              <a:rPr lang="nb-NO" dirty="0" err="1"/>
              <a:t>repositories</a:t>
            </a:r>
            <a:r>
              <a:rPr lang="nb-NO" dirty="0"/>
              <a:t> start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main</a:t>
            </a:r>
            <a:r>
              <a:rPr lang="nb-NO" dirty="0"/>
              <a:t> as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default</a:t>
            </a:r>
            <a:r>
              <a:rPr lang="nb-NO" dirty="0"/>
              <a:t> </a:t>
            </a:r>
            <a:r>
              <a:rPr lang="nb-NO" dirty="0" err="1"/>
              <a:t>branch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7931647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99C44-6B14-5A28-D5E5-3B5FF7D9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638600-68D9-7CDD-13BA-A0B94790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</a:t>
            </a:r>
            <a:r>
              <a:rPr lang="nb-NO" dirty="0" err="1"/>
              <a:t>Getting</a:t>
            </a:r>
            <a:r>
              <a:rPr lang="nb-NO" dirty="0"/>
              <a:t> </a:t>
            </a:r>
            <a:r>
              <a:rPr lang="nb-NO" dirty="0" err="1"/>
              <a:t>started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F1981A-A161-0FEB-7172-AF2F8DF9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clone &lt;</a:t>
            </a:r>
            <a:r>
              <a:rPr lang="en-US" dirty="0" err="1"/>
              <a:t>url</a:t>
            </a:r>
            <a:r>
              <a:rPr lang="en-US" dirty="0"/>
              <a:t>&gt;</a:t>
            </a:r>
          </a:p>
          <a:p>
            <a:pPr marL="560388" lvl="1" indent="-285750"/>
            <a:r>
              <a:rPr lang="en-US" dirty="0"/>
              <a:t>Downloads a repository from GitHub to your local machine.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pPr marL="560388" lvl="1" indent="-285750"/>
            <a:r>
              <a:rPr lang="en-US" dirty="0"/>
              <a:t>Initializes a brand-new, empty Git repository in your current folder.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6091139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6ADD-B119-E57C-7497-DD577150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B950A0-ABC3-65FB-D8DF-5E7D9B57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</a:t>
            </a:r>
            <a:r>
              <a:rPr lang="nb-NO" dirty="0" err="1"/>
              <a:t>Local</a:t>
            </a:r>
            <a:r>
              <a:rPr lang="nb-NO" dirty="0"/>
              <a:t> </a:t>
            </a:r>
            <a:r>
              <a:rPr lang="nb-NO" dirty="0" err="1"/>
              <a:t>daily</a:t>
            </a:r>
            <a:r>
              <a:rPr lang="nb-NO" dirty="0"/>
              <a:t> </a:t>
            </a:r>
            <a:r>
              <a:rPr lang="nb-NO" dirty="0" err="1"/>
              <a:t>use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3E392A-DA33-7E87-9EC0-3286CE555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status</a:t>
            </a:r>
          </a:p>
          <a:p>
            <a:pPr marL="560388" lvl="1" indent="-285750"/>
            <a:r>
              <a:rPr lang="en-US" dirty="0"/>
              <a:t>Displays modified files, staged changes, and untracked files.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add &lt;file&gt; (or git add .)</a:t>
            </a:r>
          </a:p>
          <a:p>
            <a:pPr marL="560388" lvl="1" indent="-285750"/>
            <a:r>
              <a:rPr lang="en-US" dirty="0"/>
              <a:t>Moves modified files into the staging 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commit -m "Descriptive message"</a:t>
            </a:r>
          </a:p>
          <a:p>
            <a:pPr marL="560388" lvl="1" indent="-285750"/>
            <a:r>
              <a:rPr lang="en-US" dirty="0"/>
              <a:t>Saves staged changes as a permanent snapshot in your local repository log.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9938569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E720-AAC5-5659-2372-BC2DB4D6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E1083E-ACC5-4A10-DC17-F7B7AF578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4206"/>
            <a:ext cx="10238118" cy="1404594"/>
          </a:xfrm>
        </p:spPr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</a:t>
            </a:r>
            <a:r>
              <a:rPr lang="nb-NO" dirty="0" err="1"/>
              <a:t>Syncing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remote</a:t>
            </a:r>
            <a:r>
              <a:rPr lang="nb-NO" dirty="0"/>
              <a:t> (GitHub)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5A6361-07A7-58BC-F43A-570E620020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push</a:t>
            </a:r>
          </a:p>
          <a:p>
            <a:pPr marL="560388" lvl="1" indent="-285750"/>
            <a:r>
              <a:rPr lang="en-US" dirty="0"/>
              <a:t>Uploads local commits to GitHub.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pull</a:t>
            </a:r>
          </a:p>
          <a:p>
            <a:pPr marL="560388" lvl="1" indent="-285750"/>
            <a:r>
              <a:rPr lang="en-US" dirty="0"/>
              <a:t>Downloads and integrates changes from GitHub into your local branch.</a:t>
            </a:r>
          </a:p>
          <a:p>
            <a:pPr marL="560388" lvl="1" indent="-285750"/>
            <a:r>
              <a:rPr lang="en-US" dirty="0"/>
              <a:t>Combines git fetch (fetching new commits) and git merge (merge them into current branch)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1203344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D262-D2D3-984E-84A0-3A72F6AC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C19E6E-142C-EF78-D297-6E66CB55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4206"/>
            <a:ext cx="10238118" cy="1404594"/>
          </a:xfrm>
        </p:spPr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</a:t>
            </a:r>
            <a:r>
              <a:rPr lang="nb-NO" dirty="0" err="1"/>
              <a:t>Inspecting</a:t>
            </a:r>
            <a:r>
              <a:rPr lang="nb-NO" dirty="0"/>
              <a:t> </a:t>
            </a:r>
            <a:r>
              <a:rPr lang="nb-NO" dirty="0" err="1"/>
              <a:t>changes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43CA4A-27DD-4544-3E16-E7FCC08D5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log --</a:t>
            </a:r>
            <a:r>
              <a:rPr lang="en-US" dirty="0" err="1"/>
              <a:t>oneline</a:t>
            </a:r>
            <a:endParaRPr lang="en-US" dirty="0"/>
          </a:p>
          <a:p>
            <a:pPr marL="560388" lvl="1" indent="-285750"/>
            <a:r>
              <a:rPr lang="en-US" dirty="0"/>
              <a:t>Displays a simplified, clean timeline of past commits.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diff</a:t>
            </a:r>
          </a:p>
          <a:p>
            <a:pPr marL="560388" lvl="1" indent="-285750"/>
            <a:r>
              <a:rPr lang="en-US" dirty="0"/>
              <a:t>Shows line-by-line differences between your current code and the last commit.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3131859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100F-4EE0-0F5D-94E9-67142A9B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FD299E-E086-0495-2CDA-B48F5DC2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4206"/>
            <a:ext cx="10238118" cy="1404594"/>
          </a:xfrm>
        </p:spPr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</a:t>
            </a:r>
            <a:r>
              <a:rPr lang="nb-NO" dirty="0" err="1"/>
              <a:t>Branching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DF804E-C4DB-FB78-1926-B09DC1C50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switch -c &lt;branch-name&gt;</a:t>
            </a:r>
          </a:p>
          <a:p>
            <a:pPr marL="560388" lvl="1" indent="-285750"/>
            <a:r>
              <a:rPr lang="en-US" dirty="0"/>
              <a:t>Creates a new branch and immediately switches to it.</a:t>
            </a:r>
          </a:p>
          <a:p>
            <a:pPr marL="560388" lvl="1" indent="-285750"/>
            <a:r>
              <a:rPr lang="en-US" dirty="0"/>
              <a:t>More recently introduced command, use instead of git checkout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switch &lt;branch-name&gt;</a:t>
            </a:r>
          </a:p>
          <a:p>
            <a:pPr marL="560388" lvl="1" indent="-285750"/>
            <a:r>
              <a:rPr lang="en-US" dirty="0"/>
              <a:t>Switches back and forth between existing branches (e.g., git switch main).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merge &lt;branch-name&gt;</a:t>
            </a:r>
          </a:p>
          <a:p>
            <a:pPr marL="560388" lvl="1" indent="-285750"/>
            <a:r>
              <a:rPr lang="en-US" dirty="0"/>
              <a:t>Combines changes from the specified branch into your current active branch.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498129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7B99-9266-B219-5B55-695B1873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0D3DC3-97D7-47B1-8DA7-2EBB876A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4206"/>
            <a:ext cx="10238118" cy="1404594"/>
          </a:xfrm>
        </p:spPr>
        <p:txBody>
          <a:bodyPr/>
          <a:lstStyle/>
          <a:p>
            <a:r>
              <a:rPr lang="nb-NO" dirty="0" err="1"/>
              <a:t>Git</a:t>
            </a:r>
            <a:r>
              <a:rPr lang="nb-NO" dirty="0"/>
              <a:t> </a:t>
            </a:r>
            <a:r>
              <a:rPr lang="nb-NO" dirty="0" err="1"/>
              <a:t>commands</a:t>
            </a:r>
            <a:r>
              <a:rPr lang="nb-NO" dirty="0"/>
              <a:t> – </a:t>
            </a:r>
            <a:r>
              <a:rPr lang="nb-NO" dirty="0" err="1"/>
              <a:t>Safety</a:t>
            </a:r>
            <a:r>
              <a:rPr lang="nb-NO" dirty="0"/>
              <a:t> and </a:t>
            </a:r>
            <a:r>
              <a:rPr lang="nb-NO" dirty="0" err="1"/>
              <a:t>diagnostics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92EB6-406F-0FCD-8967-57A69E67D5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restore &lt;file&gt;</a:t>
            </a:r>
          </a:p>
          <a:p>
            <a:pPr marL="560388" lvl="1" indent="-285750"/>
            <a:r>
              <a:rPr lang="en-US" dirty="0"/>
              <a:t>Discards uncommitted local changes in a file, reverting it to the last saved commit.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check-ignore -v &lt;</a:t>
            </a:r>
            <a:r>
              <a:rPr lang="en-US" dirty="0" err="1"/>
              <a:t>filepath</a:t>
            </a:r>
            <a:r>
              <a:rPr lang="en-US" dirty="0"/>
              <a:t>&gt;</a:t>
            </a:r>
          </a:p>
          <a:p>
            <a:pPr marL="560388" lvl="1" indent="-285750"/>
            <a:r>
              <a:rPr lang="en-US" dirty="0"/>
              <a:t>Shows why a file is being ignored by .</a:t>
            </a:r>
            <a:r>
              <a:rPr lang="en-US" dirty="0" err="1"/>
              <a:t>gitignore</a:t>
            </a:r>
            <a:r>
              <a:rPr lang="en-US" dirty="0"/>
              <a:t>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07488739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52DA-F858-4BEF-4F83-430E2E49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xkcd: Git">
            <a:extLst>
              <a:ext uri="{FF2B5EF4-FFF2-40B4-BE49-F238E27FC236}">
                <a16:creationId xmlns:a16="http://schemas.microsoft.com/office/drawing/2014/main" id="{5435D6C9-801A-0930-9B15-89607E522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847" y="697571"/>
            <a:ext cx="3771428" cy="5462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F48AEA-456D-CA69-EC1C-045D5052A8D1}"/>
              </a:ext>
            </a:extLst>
          </p:cNvPr>
          <p:cNvSpPr txBox="1"/>
          <p:nvPr/>
        </p:nvSpPr>
        <p:spPr>
          <a:xfrm>
            <a:off x="9316764" y="6160428"/>
            <a:ext cx="802021" cy="28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3"/>
              </a:rPr>
              <a:t>xkcd</a:t>
            </a:r>
            <a:r>
              <a:rPr lang="nb-NO" sz="1200" dirty="0">
                <a:hlinkClick r:id="rId3"/>
              </a:rPr>
              <a:t>: </a:t>
            </a:r>
            <a:r>
              <a:rPr lang="nb-NO" sz="1200" dirty="0" err="1">
                <a:hlinkClick r:id="rId3"/>
              </a:rPr>
              <a:t>Git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228069744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1A74-782B-6264-828E-ABFF70909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41435-1E28-0310-DC9E-6C4FB12D1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258449"/>
            <a:ext cx="5091260" cy="286870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In this week’s mandatory assignment, you will create your (first?) GitHub repository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VS Code allows you to manage your repositories well without having to memorise all the git commands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noProof="0" dirty="0"/>
              <a:t>For the deliverables (two weeks projects starting next week) you will work in pairs and use version control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D10B5-A714-BD4E-8AD1-3109CF3C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5091260" cy="1404594"/>
          </a:xfrm>
        </p:spPr>
        <p:txBody>
          <a:bodyPr anchor="b">
            <a:normAutofit/>
          </a:bodyPr>
          <a:lstStyle/>
          <a:p>
            <a:r>
              <a:rPr lang="en-GB" noProof="0" dirty="0"/>
              <a:t>How do I get started?</a:t>
            </a:r>
          </a:p>
        </p:txBody>
      </p:sp>
      <p:pic>
        <p:nvPicPr>
          <p:cNvPr id="7" name="Picture 6" descr="xkcd: Git">
            <a:extLst>
              <a:ext uri="{FF2B5EF4-FFF2-40B4-BE49-F238E27FC236}">
                <a16:creationId xmlns:a16="http://schemas.microsoft.com/office/drawing/2014/main" id="{3ECA5423-DF74-19F4-7AD8-4A5C38823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847" y="697571"/>
            <a:ext cx="3771428" cy="5462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9D0713-8E3B-4E69-E8F6-FAA6B1DCC545}"/>
              </a:ext>
            </a:extLst>
          </p:cNvPr>
          <p:cNvSpPr txBox="1"/>
          <p:nvPr/>
        </p:nvSpPr>
        <p:spPr>
          <a:xfrm>
            <a:off x="9316764" y="6160428"/>
            <a:ext cx="802021" cy="28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 err="1">
                <a:hlinkClick r:id="rId3"/>
              </a:rPr>
              <a:t>xkcd</a:t>
            </a:r>
            <a:r>
              <a:rPr lang="nb-NO" sz="1200" dirty="0">
                <a:hlinkClick r:id="rId3"/>
              </a:rPr>
              <a:t>: </a:t>
            </a:r>
            <a:r>
              <a:rPr lang="nb-NO" sz="1200" dirty="0" err="1">
                <a:hlinkClick r:id="rId3"/>
              </a:rPr>
              <a:t>Git</a:t>
            </a:r>
            <a:endParaRPr lang="nb-NO" sz="1200" dirty="0"/>
          </a:p>
        </p:txBody>
      </p:sp>
    </p:spTree>
    <p:extLst>
      <p:ext uri="{BB962C8B-B14F-4D97-AF65-F5344CB8AC3E}">
        <p14:creationId xmlns:p14="http://schemas.microsoft.com/office/powerpoint/2010/main" val="61049634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D409D7-437D-A502-C14F-5078B1AC5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8534400" cy="826624"/>
          </a:xfrm>
        </p:spPr>
        <p:txBody>
          <a:bodyPr/>
          <a:lstStyle/>
          <a:p>
            <a:r>
              <a:rPr lang="nb-NO" dirty="0"/>
              <a:t>Setting up a GitHub </a:t>
            </a:r>
            <a:r>
              <a:rPr lang="nb-NO" dirty="0" err="1"/>
              <a:t>repository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FFA8D2-ECC1-F030-23E2-F1DAB7A96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488" y="1533830"/>
            <a:ext cx="8533112" cy="28687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Easiest</a:t>
            </a:r>
            <a:r>
              <a:rPr lang="nb-NO" dirty="0"/>
              <a:t> to </a:t>
            </a:r>
            <a:r>
              <a:rPr lang="nb-NO" dirty="0" err="1"/>
              <a:t>create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repository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web </a:t>
            </a:r>
            <a:r>
              <a:rPr lang="nb-NO" dirty="0" err="1"/>
              <a:t>site</a:t>
            </a:r>
            <a:r>
              <a:rPr lang="nb-NO" dirty="0"/>
              <a:t> and </a:t>
            </a:r>
            <a:r>
              <a:rPr lang="nb-NO" dirty="0" err="1"/>
              <a:t>then</a:t>
            </a:r>
            <a:r>
              <a:rPr lang="nb-NO" dirty="0"/>
              <a:t> </a:t>
            </a:r>
            <a:r>
              <a:rPr lang="nb-NO" dirty="0" err="1"/>
              <a:t>clone</a:t>
            </a:r>
            <a:r>
              <a:rPr lang="nb-NO" dirty="0"/>
              <a:t> it to </a:t>
            </a:r>
            <a:r>
              <a:rPr lang="nb-NO" dirty="0" err="1"/>
              <a:t>your</a:t>
            </a:r>
            <a:r>
              <a:rPr lang="nb-NO" dirty="0"/>
              <a:t>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Chose</a:t>
            </a:r>
            <a:r>
              <a:rPr lang="nb-NO" dirty="0"/>
              <a:t> </a:t>
            </a:r>
            <a:r>
              <a:rPr lang="nb-NO" dirty="0" err="1"/>
              <a:t>between</a:t>
            </a:r>
            <a:r>
              <a:rPr lang="nb-NO" dirty="0"/>
              <a:t> a Public or Private </a:t>
            </a:r>
            <a:r>
              <a:rPr lang="nb-NO" dirty="0" err="1"/>
              <a:t>repository</a:t>
            </a:r>
            <a:endParaRPr lang="nb-NO" dirty="0"/>
          </a:p>
          <a:p>
            <a:pPr marL="560388" lvl="1" indent="-285750"/>
            <a:r>
              <a:rPr lang="nb-NO" dirty="0" err="1"/>
              <a:t>When</a:t>
            </a:r>
            <a:r>
              <a:rPr lang="nb-NO" dirty="0"/>
              <a:t> </a:t>
            </a:r>
            <a:r>
              <a:rPr lang="nb-NO" dirty="0" err="1"/>
              <a:t>you</a:t>
            </a:r>
            <a:r>
              <a:rPr lang="nb-NO" dirty="0"/>
              <a:t> hand in repos as part </a:t>
            </a:r>
            <a:r>
              <a:rPr lang="nb-NO" dirty="0" err="1"/>
              <a:t>of</a:t>
            </a:r>
            <a:r>
              <a:rPr lang="nb-NO" dirty="0"/>
              <a:t> an </a:t>
            </a:r>
            <a:r>
              <a:rPr lang="nb-NO" dirty="0" err="1"/>
              <a:t>assignment</a:t>
            </a:r>
            <a:r>
              <a:rPr lang="nb-NO" dirty="0"/>
              <a:t>, it must be </a:t>
            </a:r>
            <a:r>
              <a:rPr lang="nb-NO" dirty="0" err="1"/>
              <a:t>public</a:t>
            </a:r>
            <a:r>
              <a:rPr lang="nb-NO" dirty="0"/>
              <a:t> for </a:t>
            </a:r>
            <a:r>
              <a:rPr lang="nb-NO" dirty="0" err="1"/>
              <a:t>us</a:t>
            </a:r>
            <a:r>
              <a:rPr lang="nb-NO" dirty="0"/>
              <a:t> to be </a:t>
            </a:r>
            <a:r>
              <a:rPr lang="nb-NO" dirty="0" err="1"/>
              <a:t>able</a:t>
            </a:r>
            <a:r>
              <a:rPr lang="nb-NO" dirty="0"/>
              <a:t> to </a:t>
            </a:r>
            <a:r>
              <a:rPr lang="nb-NO" dirty="0" err="1"/>
              <a:t>access</a:t>
            </a:r>
            <a:r>
              <a:rPr lang="nb-NO" dirty="0"/>
              <a:t> it and grade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assignment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Include</a:t>
            </a:r>
            <a:r>
              <a:rPr lang="nb-NO" dirty="0"/>
              <a:t> a README.md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explains</a:t>
            </a:r>
            <a:r>
              <a:rPr lang="nb-NO" dirty="0"/>
              <a:t> </a:t>
            </a: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repository</a:t>
            </a:r>
            <a:r>
              <a:rPr lang="nb-NO" dirty="0"/>
              <a:t> is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Include</a:t>
            </a:r>
            <a:r>
              <a:rPr lang="nb-NO" dirty="0"/>
              <a:t> a .</a:t>
            </a:r>
            <a:r>
              <a:rPr lang="nb-NO" dirty="0" err="1"/>
              <a:t>gitignore</a:t>
            </a:r>
            <a:r>
              <a:rPr lang="nb-NO" dirty="0"/>
              <a:t> for files and </a:t>
            </a:r>
            <a:r>
              <a:rPr lang="nb-NO" dirty="0" err="1"/>
              <a:t>directories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not be </a:t>
            </a:r>
            <a:r>
              <a:rPr lang="nb-NO" dirty="0" err="1"/>
              <a:t>tracked</a:t>
            </a:r>
            <a:endParaRPr lang="nb-NO" dirty="0"/>
          </a:p>
          <a:p>
            <a:pPr marL="560388" lvl="1" indent="-285750"/>
            <a:r>
              <a:rPr lang="nb-NO" dirty="0"/>
              <a:t>GitHub has a </a:t>
            </a:r>
            <a:r>
              <a:rPr lang="nb-NO" dirty="0" err="1"/>
              <a:t>set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default</a:t>
            </a:r>
            <a:r>
              <a:rPr lang="nb-NO" dirty="0"/>
              <a:t> .</a:t>
            </a:r>
            <a:r>
              <a:rPr lang="nb-NO" dirty="0" err="1"/>
              <a:t>gitignore</a:t>
            </a:r>
            <a:r>
              <a:rPr lang="nb-NO" dirty="0"/>
              <a:t> for different </a:t>
            </a:r>
            <a:r>
              <a:rPr lang="nb-NO" dirty="0" err="1"/>
              <a:t>programming</a:t>
            </a:r>
            <a:r>
              <a:rPr lang="nb-NO" dirty="0"/>
              <a:t> </a:t>
            </a:r>
            <a:r>
              <a:rPr lang="nb-NO" dirty="0" err="1"/>
              <a:t>languages</a:t>
            </a:r>
            <a:endParaRPr lang="nb-NO" dirty="0"/>
          </a:p>
          <a:p>
            <a:pPr marL="560388" lvl="1" indent="-285750"/>
            <a:r>
              <a:rPr lang="nb-NO" dirty="0">
                <a:hlinkClick r:id="rId2"/>
              </a:rPr>
              <a:t>gitignore.io</a:t>
            </a:r>
            <a:r>
              <a:rPr lang="nb-NO" dirty="0"/>
              <a:t> </a:t>
            </a:r>
            <a:r>
              <a:rPr lang="nb-NO" dirty="0" err="1"/>
              <a:t>creates</a:t>
            </a:r>
            <a:r>
              <a:rPr lang="nb-NO" dirty="0"/>
              <a:t> </a:t>
            </a:r>
            <a:r>
              <a:rPr lang="nb-NO" dirty="0" err="1"/>
              <a:t>recommended</a:t>
            </a:r>
            <a:r>
              <a:rPr lang="nb-NO" dirty="0"/>
              <a:t> .</a:t>
            </a:r>
            <a:r>
              <a:rPr lang="nb-NO" dirty="0" err="1"/>
              <a:t>gitignore</a:t>
            </a:r>
            <a:r>
              <a:rPr lang="nb-NO" dirty="0"/>
              <a:t> files for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specifications</a:t>
            </a:r>
            <a:r>
              <a:rPr lang="nb-NO" dirty="0"/>
              <a:t> (for </a:t>
            </a:r>
            <a:r>
              <a:rPr lang="nb-NO" dirty="0" err="1"/>
              <a:t>example</a:t>
            </a:r>
            <a:r>
              <a:rPr lang="nb-NO" dirty="0"/>
              <a:t>: </a:t>
            </a:r>
            <a:r>
              <a:rPr lang="nb-NO" dirty="0" err="1"/>
              <a:t>Python+VSCode+Windows</a:t>
            </a:r>
            <a:r>
              <a:rPr lang="nb-NO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recommend</a:t>
            </a:r>
            <a:r>
              <a:rPr lang="nb-NO" dirty="0"/>
              <a:t> </a:t>
            </a:r>
            <a:r>
              <a:rPr lang="nb-NO" dirty="0" err="1"/>
              <a:t>starting</a:t>
            </a:r>
            <a:r>
              <a:rPr lang="nb-NO" dirty="0"/>
              <a:t> a </a:t>
            </a:r>
            <a:r>
              <a:rPr lang="nb-NO" dirty="0" err="1"/>
              <a:t>new</a:t>
            </a:r>
            <a:r>
              <a:rPr lang="nb-NO" dirty="0"/>
              <a:t> </a:t>
            </a:r>
            <a:r>
              <a:rPr lang="nb-NO" dirty="0" err="1"/>
              <a:t>repository</a:t>
            </a:r>
            <a:r>
              <a:rPr lang="nb-NO" dirty="0"/>
              <a:t> for </a:t>
            </a:r>
            <a:r>
              <a:rPr lang="nb-NO" dirty="0" err="1"/>
              <a:t>each</a:t>
            </a:r>
            <a:r>
              <a:rPr lang="nb-NO" dirty="0"/>
              <a:t> </a:t>
            </a:r>
            <a:r>
              <a:rPr lang="nb-NO" dirty="0" err="1"/>
              <a:t>new</a:t>
            </a:r>
            <a:r>
              <a:rPr lang="nb-NO" dirty="0"/>
              <a:t> </a:t>
            </a:r>
            <a:r>
              <a:rPr lang="nb-NO" dirty="0" err="1"/>
              <a:t>project</a:t>
            </a:r>
            <a:endParaRPr lang="nb-NO" dirty="0"/>
          </a:p>
          <a:p>
            <a:pPr marL="560388" lvl="1" indent="-285750"/>
            <a:r>
              <a:rPr lang="nb-NO" dirty="0"/>
              <a:t>Just as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virtual</a:t>
            </a:r>
            <a:r>
              <a:rPr lang="nb-NO" dirty="0"/>
              <a:t> </a:t>
            </a:r>
            <a:r>
              <a:rPr lang="nb-NO" dirty="0" err="1"/>
              <a:t>environments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7760985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71E5-8C24-F018-4609-D913746A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75AD76-787F-A890-59A0-FA31D64B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 note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venv</a:t>
            </a:r>
            <a:r>
              <a:rPr lang="nb-NO" dirty="0"/>
              <a:t> and </a:t>
            </a:r>
            <a:r>
              <a:rPr lang="nb-NO" dirty="0" err="1"/>
              <a:t>git</a:t>
            </a:r>
            <a:endParaRPr lang="nb-NO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831682-F75D-E177-9FBF-D8B333E286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258449"/>
            <a:ext cx="8533112" cy="36420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The </a:t>
            </a:r>
            <a:r>
              <a:rPr lang="nb-NO" dirty="0" err="1"/>
              <a:t>virtual</a:t>
            </a:r>
            <a:r>
              <a:rPr lang="nb-NO" dirty="0"/>
              <a:t> </a:t>
            </a:r>
            <a:r>
              <a:rPr lang="nb-NO" dirty="0" err="1"/>
              <a:t>environment</a:t>
            </a:r>
            <a:r>
              <a:rPr lang="nb-NO" dirty="0"/>
              <a:t> is </a:t>
            </a:r>
            <a:r>
              <a:rPr lang="nb-NO" dirty="0" err="1"/>
              <a:t>usually</a:t>
            </a:r>
            <a:r>
              <a:rPr lang="nb-NO" dirty="0"/>
              <a:t> </a:t>
            </a:r>
            <a:r>
              <a:rPr lang="nb-NO" dirty="0" err="1"/>
              <a:t>mentioned</a:t>
            </a:r>
            <a:r>
              <a:rPr lang="nb-NO" dirty="0"/>
              <a:t> in .</a:t>
            </a:r>
            <a:r>
              <a:rPr lang="nb-NO" dirty="0" err="1"/>
              <a:t>gitignore</a:t>
            </a:r>
            <a:r>
              <a:rPr lang="nb-NO" dirty="0"/>
              <a:t>, and </a:t>
            </a:r>
            <a:r>
              <a:rPr lang="nb-NO" dirty="0" err="1"/>
              <a:t>thus</a:t>
            </a:r>
            <a:r>
              <a:rPr lang="nb-NO" dirty="0"/>
              <a:t> not </a:t>
            </a:r>
            <a:r>
              <a:rPr lang="nb-NO" dirty="0" err="1"/>
              <a:t>tracked</a:t>
            </a:r>
            <a:endParaRPr lang="nb-NO" dirty="0"/>
          </a:p>
          <a:p>
            <a:pPr marL="560388" lvl="1" indent="-285750"/>
            <a:r>
              <a:rPr lang="nb-NO" dirty="0" err="1"/>
              <a:t>They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platform</a:t>
            </a:r>
            <a:r>
              <a:rPr lang="nb-NO" dirty="0"/>
              <a:t> and OS dependent</a:t>
            </a:r>
          </a:p>
          <a:p>
            <a:pPr marL="560388" lvl="1" indent="-285750"/>
            <a:r>
              <a:rPr lang="nb-NO" dirty="0" err="1"/>
              <a:t>They</a:t>
            </a:r>
            <a:r>
              <a:rPr lang="nb-NO" dirty="0"/>
              <a:t> </a:t>
            </a:r>
            <a:r>
              <a:rPr lang="nb-NO" dirty="0" err="1"/>
              <a:t>include</a:t>
            </a:r>
            <a:r>
              <a:rPr lang="nb-NO" dirty="0"/>
              <a:t> hard-</a:t>
            </a:r>
            <a:r>
              <a:rPr lang="nb-NO" dirty="0" err="1"/>
              <a:t>coded</a:t>
            </a:r>
            <a:r>
              <a:rPr lang="nb-NO" dirty="0"/>
              <a:t> </a:t>
            </a:r>
            <a:r>
              <a:rPr lang="nb-NO" dirty="0" err="1"/>
              <a:t>paths</a:t>
            </a:r>
            <a:endParaRPr lang="nb-NO" dirty="0"/>
          </a:p>
          <a:p>
            <a:pPr marL="560388" lvl="1" indent="-285750"/>
            <a:r>
              <a:rPr lang="nb-NO" dirty="0"/>
              <a:t>The .</a:t>
            </a:r>
            <a:r>
              <a:rPr lang="nb-NO" dirty="0" err="1"/>
              <a:t>venv</a:t>
            </a:r>
            <a:r>
              <a:rPr lang="nb-NO" dirty="0"/>
              <a:t> </a:t>
            </a:r>
            <a:r>
              <a:rPr lang="nb-NO" dirty="0" err="1"/>
              <a:t>directory</a:t>
            </a:r>
            <a:r>
              <a:rPr lang="nb-NO" dirty="0"/>
              <a:t> is </a:t>
            </a:r>
            <a:r>
              <a:rPr lang="nb-NO" dirty="0" err="1"/>
              <a:t>large</a:t>
            </a:r>
            <a:r>
              <a:rPr lang="nb-NO" dirty="0"/>
              <a:t> and </a:t>
            </a:r>
            <a:r>
              <a:rPr lang="nb-NO" dirty="0" err="1"/>
              <a:t>contains</a:t>
            </a:r>
            <a:r>
              <a:rPr lang="nb-NO" dirty="0"/>
              <a:t> </a:t>
            </a:r>
            <a:r>
              <a:rPr lang="nb-NO" dirty="0" err="1"/>
              <a:t>lots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files</a:t>
            </a:r>
          </a:p>
          <a:p>
            <a:pPr marL="560388" lvl="1" indent="-285750"/>
            <a:r>
              <a:rPr lang="nb-NO" dirty="0" err="1"/>
              <a:t>Potential</a:t>
            </a:r>
            <a:r>
              <a:rPr lang="nb-NO" dirty="0"/>
              <a:t> </a:t>
            </a:r>
            <a:r>
              <a:rPr lang="nb-NO" dirty="0" err="1"/>
              <a:t>security</a:t>
            </a:r>
            <a:r>
              <a:rPr lang="nb-NO" dirty="0"/>
              <a:t>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Instead</a:t>
            </a:r>
            <a:r>
              <a:rPr lang="nb-NO" dirty="0"/>
              <a:t>, </a:t>
            </a:r>
            <a:r>
              <a:rPr lang="nb-NO" dirty="0" err="1"/>
              <a:t>include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recipe</a:t>
            </a:r>
            <a:r>
              <a:rPr lang="nb-NO" dirty="0"/>
              <a:t> for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virtual</a:t>
            </a:r>
            <a:r>
              <a:rPr lang="nb-NO" dirty="0"/>
              <a:t> </a:t>
            </a:r>
            <a:r>
              <a:rPr lang="nb-NO" dirty="0" err="1"/>
              <a:t>environment</a:t>
            </a:r>
            <a:endParaRPr lang="nb-NO" dirty="0"/>
          </a:p>
          <a:p>
            <a:pPr marL="560388" lvl="1" indent="-285750"/>
            <a:r>
              <a:rPr lang="nb-NO" dirty="0" err="1"/>
              <a:t>Create</a:t>
            </a:r>
            <a:r>
              <a:rPr lang="nb-NO" dirty="0"/>
              <a:t> </a:t>
            </a:r>
            <a:r>
              <a:rPr lang="nb-NO" dirty="0" err="1"/>
              <a:t>requirements</a:t>
            </a:r>
            <a:r>
              <a:rPr lang="nb-NO" dirty="0"/>
              <a:t> file in terminal </a:t>
            </a:r>
            <a:r>
              <a:rPr lang="nb-NO" dirty="0" err="1"/>
              <a:t>using</a:t>
            </a:r>
            <a:r>
              <a:rPr lang="nb-NO" dirty="0"/>
              <a:t> pip: </a:t>
            </a:r>
            <a:r>
              <a:rPr lang="nb-N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  <a:r>
              <a:rPr lang="nb-N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–m pip </a:t>
            </a:r>
            <a:r>
              <a:rPr lang="nb-N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freeze</a:t>
            </a:r>
            <a:r>
              <a:rPr lang="nb-N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&gt; requirements.txt </a:t>
            </a:r>
          </a:p>
          <a:p>
            <a:pPr marL="560388" lvl="1" indent="-285750"/>
            <a:r>
              <a:rPr lang="nb-NO"/>
              <a:t>This </a:t>
            </a:r>
            <a:r>
              <a:rPr lang="nb-NO" dirty="0" err="1"/>
              <a:t>writes</a:t>
            </a:r>
            <a:r>
              <a:rPr lang="nb-NO" dirty="0"/>
              <a:t> all </a:t>
            </a:r>
            <a:r>
              <a:rPr lang="nb-NO" dirty="0" err="1"/>
              <a:t>package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 and </a:t>
            </a:r>
            <a:r>
              <a:rPr lang="nb-NO" dirty="0" err="1"/>
              <a:t>versions</a:t>
            </a:r>
            <a:r>
              <a:rPr lang="nb-NO" dirty="0"/>
              <a:t> to </a:t>
            </a:r>
            <a:r>
              <a:rPr lang="nb-NO" dirty="0" err="1"/>
              <a:t>the</a:t>
            </a:r>
            <a:r>
              <a:rPr lang="nb-NO" dirty="0"/>
              <a:t> file requirements.txt</a:t>
            </a:r>
          </a:p>
          <a:p>
            <a:pPr marL="560388" lvl="1" indent="-285750"/>
            <a:r>
              <a:rPr lang="nb-NO" dirty="0"/>
              <a:t>This file </a:t>
            </a:r>
            <a:r>
              <a:rPr lang="nb-NO" dirty="0" err="1"/>
              <a:t>can</a:t>
            </a:r>
            <a:r>
              <a:rPr lang="nb-NO" dirty="0"/>
              <a:t> be used to </a:t>
            </a:r>
            <a:r>
              <a:rPr lang="nb-NO" dirty="0" err="1"/>
              <a:t>build</a:t>
            </a:r>
            <a:r>
              <a:rPr lang="nb-NO" dirty="0"/>
              <a:t> an </a:t>
            </a:r>
            <a:r>
              <a:rPr lang="nb-NO" dirty="0" err="1"/>
              <a:t>equivalent</a:t>
            </a:r>
            <a:r>
              <a:rPr lang="nb-NO" dirty="0"/>
              <a:t> </a:t>
            </a:r>
            <a:r>
              <a:rPr lang="nb-NO" dirty="0" err="1"/>
              <a:t>venv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another</a:t>
            </a:r>
            <a:r>
              <a:rPr lang="nb-NO" dirty="0"/>
              <a:t> </a:t>
            </a:r>
            <a:r>
              <a:rPr lang="nb-NO" dirty="0" err="1"/>
              <a:t>machine</a:t>
            </a:r>
            <a:r>
              <a:rPr lang="nb-NO" dirty="0"/>
              <a:t>: </a:t>
            </a:r>
            <a:r>
              <a:rPr lang="nb-N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  <a:r>
              <a:rPr lang="nb-N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–m pip </a:t>
            </a:r>
            <a:r>
              <a:rPr lang="nb-N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install</a:t>
            </a:r>
            <a:r>
              <a:rPr lang="nb-N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-r requirements.txt</a:t>
            </a:r>
          </a:p>
          <a:p>
            <a:pPr marL="560388" lvl="1" indent="-285750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10636522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753D-E4D8-A243-D9DC-DB6CDE33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A15791-EE5A-D48D-927F-26DE56B4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29" y="2187691"/>
            <a:ext cx="8534400" cy="1404594"/>
          </a:xfrm>
        </p:spPr>
        <p:txBody>
          <a:bodyPr/>
          <a:lstStyle/>
          <a:p>
            <a:r>
              <a:rPr lang="nb-NO" dirty="0"/>
              <a:t>More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collaborative</a:t>
            </a:r>
            <a:r>
              <a:rPr lang="nb-NO" dirty="0"/>
              <a:t> </a:t>
            </a:r>
            <a:r>
              <a:rPr lang="nb-NO" dirty="0" err="1"/>
              <a:t>workflows</a:t>
            </a:r>
            <a:r>
              <a:rPr lang="nb-NO" dirty="0"/>
              <a:t> </a:t>
            </a:r>
            <a:r>
              <a:rPr lang="nb-NO" dirty="0" err="1"/>
              <a:t>next</a:t>
            </a:r>
            <a:r>
              <a:rPr lang="nb-NO" dirty="0"/>
              <a:t> </a:t>
            </a:r>
            <a:r>
              <a:rPr lang="nb-NO" dirty="0" err="1"/>
              <a:t>week</a:t>
            </a:r>
            <a:r>
              <a:rPr lang="nb-NO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7113108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0F8B85-FE9B-A537-5ED7-3E189E30A6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9624"/>
            <a:ext cx="9573884" cy="46410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CSV (</a:t>
            </a:r>
            <a:r>
              <a:rPr lang="nb-NO" dirty="0" err="1"/>
              <a:t>comma-separated</a:t>
            </a:r>
            <a:r>
              <a:rPr lang="nb-NO" dirty="0"/>
              <a:t> </a:t>
            </a:r>
            <a:r>
              <a:rPr lang="nb-NO" dirty="0" err="1"/>
              <a:t>value</a:t>
            </a:r>
            <a:r>
              <a:rPr lang="nb-NO" dirty="0"/>
              <a:t>) files (.</a:t>
            </a:r>
            <a:r>
              <a:rPr lang="nb-NO" dirty="0" err="1"/>
              <a:t>csv</a:t>
            </a:r>
            <a:r>
              <a:rPr lang="nb-NO" dirty="0"/>
              <a:t>)</a:t>
            </a:r>
          </a:p>
          <a:p>
            <a:pPr marL="560388" lvl="1" indent="-285750"/>
            <a:r>
              <a:rPr lang="nb-NO" dirty="0" err="1"/>
              <a:t>Very</a:t>
            </a:r>
            <a:r>
              <a:rPr lang="nb-NO" dirty="0"/>
              <a:t> </a:t>
            </a:r>
            <a:r>
              <a:rPr lang="nb-NO" dirty="0" err="1"/>
              <a:t>common</a:t>
            </a:r>
            <a:r>
              <a:rPr lang="nb-NO" dirty="0"/>
              <a:t> format for storing data</a:t>
            </a:r>
          </a:p>
          <a:p>
            <a:pPr marL="560388" lvl="1" indent="-285750"/>
            <a:r>
              <a:rPr lang="nb-NO" dirty="0"/>
              <a:t>Note: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space</a:t>
            </a:r>
            <a:r>
              <a:rPr lang="nb-NO" dirty="0"/>
              <a:t> </a:t>
            </a:r>
            <a:r>
              <a:rPr lang="nb-NO" dirty="0" err="1"/>
              <a:t>around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commas</a:t>
            </a:r>
            <a:r>
              <a:rPr lang="nb-NO" dirty="0"/>
              <a:t> </a:t>
            </a:r>
            <a:r>
              <a:rPr lang="nb-NO" dirty="0" err="1"/>
              <a:t>separating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values</a:t>
            </a:r>
            <a:endParaRPr lang="nb-NO" dirty="0"/>
          </a:p>
          <a:p>
            <a:pPr marL="560388" lvl="1" indent="-285750"/>
            <a:r>
              <a:rPr lang="nb-NO" dirty="0"/>
              <a:t>Note: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 separators </a:t>
            </a:r>
            <a:r>
              <a:rPr lang="nb-NO" dirty="0" err="1"/>
              <a:t>than</a:t>
            </a:r>
            <a:r>
              <a:rPr lang="nb-NO" dirty="0"/>
              <a:t> </a:t>
            </a:r>
            <a:r>
              <a:rPr lang="nb-NO" dirty="0" err="1"/>
              <a:t>comma</a:t>
            </a:r>
            <a:r>
              <a:rPr lang="nb-NO" dirty="0"/>
              <a:t> (</a:t>
            </a:r>
            <a:r>
              <a:rPr lang="nb-NO" dirty="0" err="1"/>
              <a:t>semicolon</a:t>
            </a:r>
            <a:r>
              <a:rPr lang="nb-NO" dirty="0"/>
              <a:t>, </a:t>
            </a:r>
            <a:r>
              <a:rPr lang="nb-NO" dirty="0" err="1"/>
              <a:t>space</a:t>
            </a:r>
            <a:r>
              <a:rPr lang="nb-NO" dirty="0"/>
              <a:t>, tab)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Excel (and </a:t>
            </a:r>
            <a:r>
              <a:rPr lang="nb-NO" dirty="0" err="1"/>
              <a:t>similar</a:t>
            </a:r>
            <a:r>
              <a:rPr lang="nb-NO" dirty="0"/>
              <a:t> </a:t>
            </a:r>
            <a:r>
              <a:rPr lang="nb-NO" dirty="0" err="1"/>
              <a:t>spreadsheets</a:t>
            </a:r>
            <a:r>
              <a:rPr lang="nb-NO" dirty="0"/>
              <a:t>) (.</a:t>
            </a:r>
            <a:r>
              <a:rPr lang="nb-NO" dirty="0" err="1"/>
              <a:t>xls</a:t>
            </a:r>
            <a:r>
              <a:rPr lang="nb-NO" dirty="0"/>
              <a:t>, .</a:t>
            </a:r>
            <a:r>
              <a:rPr lang="nb-NO" dirty="0" err="1"/>
              <a:t>xlsx</a:t>
            </a:r>
            <a:r>
              <a:rPr lang="nb-NO" dirty="0"/>
              <a:t>, .ods)</a:t>
            </a:r>
          </a:p>
          <a:p>
            <a:pPr marL="560388" lvl="1" indent="-285750"/>
            <a:r>
              <a:rPr lang="nb-NO" dirty="0"/>
              <a:t>pandas is a </a:t>
            </a:r>
            <a:r>
              <a:rPr lang="nb-NO" dirty="0" err="1"/>
              <a:t>very</a:t>
            </a:r>
            <a:r>
              <a:rPr lang="nb-NO" dirty="0"/>
              <a:t> </a:t>
            </a:r>
            <a:r>
              <a:rPr lang="nb-NO" dirty="0" err="1"/>
              <a:t>useful</a:t>
            </a:r>
            <a:r>
              <a:rPr lang="nb-NO" dirty="0"/>
              <a:t> </a:t>
            </a:r>
            <a:r>
              <a:rPr lang="nb-NO" dirty="0" err="1"/>
              <a:t>library</a:t>
            </a:r>
            <a:r>
              <a:rPr lang="nb-NO" dirty="0"/>
              <a:t> for </a:t>
            </a:r>
            <a:r>
              <a:rPr lang="nb-NO" dirty="0" err="1"/>
              <a:t>working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spreadsheet</a:t>
            </a:r>
            <a:r>
              <a:rPr lang="nb-NO" dirty="0"/>
              <a:t> style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Json</a:t>
            </a:r>
            <a:r>
              <a:rPr lang="nb-NO" dirty="0"/>
              <a:t> (</a:t>
            </a:r>
            <a:r>
              <a:rPr lang="nb-NO" dirty="0">
                <a:hlinkClick r:id="rId2"/>
              </a:rPr>
              <a:t>JavaScript Object </a:t>
            </a:r>
            <a:r>
              <a:rPr lang="nb-NO" dirty="0" err="1">
                <a:hlinkClick r:id="rId2"/>
              </a:rPr>
              <a:t>Notation</a:t>
            </a:r>
            <a:r>
              <a:rPr lang="nb-NO" dirty="0"/>
              <a:t>) (.</a:t>
            </a:r>
            <a:r>
              <a:rPr lang="nb-NO" dirty="0" err="1"/>
              <a:t>json</a:t>
            </a:r>
            <a:r>
              <a:rPr lang="nb-NO" dirty="0"/>
              <a:t>)</a:t>
            </a:r>
          </a:p>
          <a:p>
            <a:pPr marL="560388" lvl="1" indent="-285750"/>
            <a:r>
              <a:rPr lang="en-US" dirty="0"/>
              <a:t>Much used for data exchange between client and server applications</a:t>
            </a:r>
          </a:p>
          <a:p>
            <a:pPr marL="560388" lvl="1" indent="-285750"/>
            <a:r>
              <a:rPr lang="en-US" dirty="0"/>
              <a:t>Example: Jupyter Notebooks are JSON files (.</a:t>
            </a:r>
            <a:r>
              <a:rPr lang="en-US" dirty="0" err="1"/>
              <a:t>ipynb</a:t>
            </a:r>
            <a:r>
              <a:rPr lang="en-US" dirty="0"/>
              <a:t>)</a:t>
            </a:r>
          </a:p>
          <a:p>
            <a:pPr marL="560388" lvl="1" indent="-285750"/>
            <a:r>
              <a:rPr lang="en-US" dirty="0"/>
              <a:t>Looks a lot like Python lists and dictionaries</a:t>
            </a:r>
          </a:p>
          <a:p>
            <a:pPr marL="560388" lvl="1" indent="-285750"/>
            <a:r>
              <a:rPr lang="en-US" dirty="0"/>
              <a:t>The complete JSON grammar is described here:</a:t>
            </a:r>
            <a:r>
              <a:rPr lang="nb-NO" dirty="0">
                <a:hlinkClick r:id="rId3"/>
              </a:rPr>
              <a:t> JSON</a:t>
            </a:r>
            <a:endParaRPr lang="en-US" dirty="0"/>
          </a:p>
          <a:p>
            <a:pPr lvl="1" indent="0">
              <a:buNone/>
            </a:pPr>
            <a:endParaRPr lang="nb-NO" dirty="0"/>
          </a:p>
          <a:p>
            <a:pPr marL="560388" lvl="1" indent="-285750"/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86352B-D875-4D1F-179D-4DCE879DA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745181"/>
          </a:xfrm>
        </p:spPr>
        <p:txBody>
          <a:bodyPr/>
          <a:lstStyle/>
          <a:p>
            <a:r>
              <a:rPr lang="nb-NO" dirty="0" err="1"/>
              <a:t>Common</a:t>
            </a:r>
            <a:r>
              <a:rPr lang="nb-NO" dirty="0"/>
              <a:t> file formats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53992-1B04-C4B5-BC94-675C70340D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46" b="-5219"/>
          <a:stretch>
            <a:fillRect/>
          </a:stretch>
        </p:blipFill>
        <p:spPr>
          <a:xfrm>
            <a:off x="902541" y="3830129"/>
            <a:ext cx="7689368" cy="296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91675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945C9-827E-BC79-51AD-DA85A6EA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0E80E3-4F43-936C-5D63-3D7E8DB95A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9624"/>
            <a:ext cx="9573884" cy="46410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CSV (</a:t>
            </a:r>
            <a:r>
              <a:rPr lang="nb-NO" dirty="0" err="1"/>
              <a:t>comma-separated</a:t>
            </a:r>
            <a:r>
              <a:rPr lang="nb-NO" dirty="0"/>
              <a:t> </a:t>
            </a:r>
            <a:r>
              <a:rPr lang="nb-NO" dirty="0" err="1"/>
              <a:t>value</a:t>
            </a:r>
            <a:r>
              <a:rPr lang="nb-NO" dirty="0"/>
              <a:t>) files (.</a:t>
            </a:r>
            <a:r>
              <a:rPr lang="nb-NO" dirty="0" err="1"/>
              <a:t>csv</a:t>
            </a:r>
            <a:r>
              <a:rPr lang="nb-NO" dirty="0"/>
              <a:t>)</a:t>
            </a:r>
          </a:p>
          <a:p>
            <a:pPr marL="560388" lvl="1" indent="-285750"/>
            <a:r>
              <a:rPr lang="nb-NO" dirty="0" err="1"/>
              <a:t>Very</a:t>
            </a:r>
            <a:r>
              <a:rPr lang="nb-NO" dirty="0"/>
              <a:t> </a:t>
            </a:r>
            <a:r>
              <a:rPr lang="nb-NO" dirty="0" err="1"/>
              <a:t>common</a:t>
            </a:r>
            <a:r>
              <a:rPr lang="nb-NO" dirty="0"/>
              <a:t> format for storing data</a:t>
            </a:r>
          </a:p>
          <a:p>
            <a:pPr marL="560388" lvl="1" indent="-285750"/>
            <a:r>
              <a:rPr lang="nb-NO" dirty="0"/>
              <a:t>Note: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space</a:t>
            </a:r>
            <a:r>
              <a:rPr lang="nb-NO" dirty="0"/>
              <a:t> </a:t>
            </a:r>
            <a:r>
              <a:rPr lang="nb-NO" dirty="0" err="1"/>
              <a:t>around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commas</a:t>
            </a:r>
            <a:r>
              <a:rPr lang="nb-NO" dirty="0"/>
              <a:t> </a:t>
            </a:r>
            <a:r>
              <a:rPr lang="nb-NO" dirty="0" err="1"/>
              <a:t>separating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values</a:t>
            </a:r>
            <a:endParaRPr lang="nb-NO" dirty="0"/>
          </a:p>
          <a:p>
            <a:pPr marL="560388" lvl="1" indent="-285750"/>
            <a:r>
              <a:rPr lang="nb-NO" dirty="0"/>
              <a:t>Note: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 separators </a:t>
            </a:r>
            <a:r>
              <a:rPr lang="nb-NO" dirty="0" err="1"/>
              <a:t>than</a:t>
            </a:r>
            <a:r>
              <a:rPr lang="nb-NO" dirty="0"/>
              <a:t> </a:t>
            </a:r>
            <a:r>
              <a:rPr lang="nb-NO" dirty="0" err="1"/>
              <a:t>comma</a:t>
            </a:r>
            <a:r>
              <a:rPr lang="nb-NO" dirty="0"/>
              <a:t> (</a:t>
            </a:r>
            <a:r>
              <a:rPr lang="nb-NO" dirty="0" err="1"/>
              <a:t>semicolon</a:t>
            </a:r>
            <a:r>
              <a:rPr lang="nb-NO" dirty="0"/>
              <a:t>, </a:t>
            </a:r>
            <a:r>
              <a:rPr lang="nb-NO" dirty="0" err="1"/>
              <a:t>space</a:t>
            </a:r>
            <a:r>
              <a:rPr lang="nb-NO" dirty="0"/>
              <a:t>, tab)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Excel (and </a:t>
            </a:r>
            <a:r>
              <a:rPr lang="nb-NO" dirty="0" err="1"/>
              <a:t>similar</a:t>
            </a:r>
            <a:r>
              <a:rPr lang="nb-NO" dirty="0"/>
              <a:t> </a:t>
            </a:r>
            <a:r>
              <a:rPr lang="nb-NO" dirty="0" err="1"/>
              <a:t>spreadsheets</a:t>
            </a:r>
            <a:r>
              <a:rPr lang="nb-NO" dirty="0"/>
              <a:t>) (.</a:t>
            </a:r>
            <a:r>
              <a:rPr lang="nb-NO" dirty="0" err="1"/>
              <a:t>xls</a:t>
            </a:r>
            <a:r>
              <a:rPr lang="nb-NO" dirty="0"/>
              <a:t>, .</a:t>
            </a:r>
            <a:r>
              <a:rPr lang="nb-NO" dirty="0" err="1"/>
              <a:t>xlsx</a:t>
            </a:r>
            <a:r>
              <a:rPr lang="nb-NO" dirty="0"/>
              <a:t>, .ods)</a:t>
            </a:r>
          </a:p>
          <a:p>
            <a:pPr marL="560388" lvl="1" indent="-285750"/>
            <a:r>
              <a:rPr lang="nb-NO" dirty="0"/>
              <a:t>pandas is a </a:t>
            </a:r>
            <a:r>
              <a:rPr lang="nb-NO" dirty="0" err="1"/>
              <a:t>very</a:t>
            </a:r>
            <a:r>
              <a:rPr lang="nb-NO" dirty="0"/>
              <a:t> </a:t>
            </a:r>
            <a:r>
              <a:rPr lang="nb-NO" dirty="0" err="1"/>
              <a:t>useful</a:t>
            </a:r>
            <a:r>
              <a:rPr lang="nb-NO" dirty="0"/>
              <a:t> </a:t>
            </a:r>
            <a:r>
              <a:rPr lang="nb-NO" dirty="0" err="1"/>
              <a:t>library</a:t>
            </a:r>
            <a:r>
              <a:rPr lang="nb-NO" dirty="0"/>
              <a:t> for </a:t>
            </a:r>
            <a:r>
              <a:rPr lang="nb-NO" dirty="0" err="1"/>
              <a:t>working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spreadsheet</a:t>
            </a:r>
            <a:r>
              <a:rPr lang="nb-NO" dirty="0"/>
              <a:t> style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Json</a:t>
            </a:r>
            <a:r>
              <a:rPr lang="nb-NO" dirty="0"/>
              <a:t> (</a:t>
            </a:r>
            <a:r>
              <a:rPr lang="nb-NO" dirty="0">
                <a:hlinkClick r:id="rId2"/>
              </a:rPr>
              <a:t>JavaScript Object </a:t>
            </a:r>
            <a:r>
              <a:rPr lang="nb-NO" dirty="0" err="1">
                <a:hlinkClick r:id="rId2"/>
              </a:rPr>
              <a:t>Notation</a:t>
            </a:r>
            <a:r>
              <a:rPr lang="nb-NO" dirty="0"/>
              <a:t>) (.</a:t>
            </a:r>
            <a:r>
              <a:rPr lang="nb-NO" dirty="0" err="1"/>
              <a:t>json</a:t>
            </a:r>
            <a:r>
              <a:rPr lang="nb-NO" dirty="0"/>
              <a:t>)</a:t>
            </a:r>
          </a:p>
          <a:p>
            <a:pPr marL="560388" lvl="1" indent="-285750"/>
            <a:r>
              <a:rPr lang="en-US" dirty="0"/>
              <a:t>Much used for data exchange between client and server applications</a:t>
            </a:r>
          </a:p>
          <a:p>
            <a:pPr marL="560388" lvl="1" indent="-285750"/>
            <a:r>
              <a:rPr lang="en-US" dirty="0"/>
              <a:t>Example: Jupyter Notebooks are JSON files (.</a:t>
            </a:r>
            <a:r>
              <a:rPr lang="en-US" dirty="0" err="1"/>
              <a:t>ipynb</a:t>
            </a:r>
            <a:r>
              <a:rPr lang="en-US" dirty="0"/>
              <a:t>)</a:t>
            </a:r>
          </a:p>
          <a:p>
            <a:pPr marL="560388" lvl="1" indent="-285750"/>
            <a:r>
              <a:rPr lang="en-US" dirty="0"/>
              <a:t>Looks a lot like Python lists and dictionaries</a:t>
            </a:r>
          </a:p>
          <a:p>
            <a:pPr marL="560388" lvl="1" indent="-285750"/>
            <a:r>
              <a:rPr lang="en-US" dirty="0"/>
              <a:t>The complete JSON grammar is described here:</a:t>
            </a:r>
            <a:r>
              <a:rPr lang="nb-NO" dirty="0">
                <a:hlinkClick r:id="rId3"/>
              </a:rPr>
              <a:t> JSON</a:t>
            </a:r>
            <a:endParaRPr lang="en-US" dirty="0"/>
          </a:p>
          <a:p>
            <a:pPr lvl="1" indent="0">
              <a:buNone/>
            </a:pPr>
            <a:endParaRPr lang="nb-NO" dirty="0"/>
          </a:p>
          <a:p>
            <a:pPr marL="560388" lvl="1" indent="-285750"/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A72712-A0FD-3308-2B57-7AFA9A937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745181"/>
          </a:xfrm>
        </p:spPr>
        <p:txBody>
          <a:bodyPr/>
          <a:lstStyle/>
          <a:p>
            <a:r>
              <a:rPr lang="nb-NO" dirty="0" err="1"/>
              <a:t>Common</a:t>
            </a:r>
            <a:r>
              <a:rPr lang="nb-NO" dirty="0"/>
              <a:t> file formats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35BA0B-BCB4-23F0-A9D9-C30F471C9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507" y="4658214"/>
            <a:ext cx="563958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27930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94ED-7821-A875-8C77-D027EB4B2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D4585A-0877-98F7-B64E-74776D3738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9624"/>
            <a:ext cx="9573884" cy="46410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YAML (</a:t>
            </a:r>
            <a:r>
              <a:rPr lang="en-US" dirty="0">
                <a:hlinkClick r:id="rId2"/>
              </a:rPr>
              <a:t>YAML </a:t>
            </a:r>
            <a:r>
              <a:rPr lang="en-US" dirty="0" err="1">
                <a:hlinkClick r:id="rId2"/>
              </a:rPr>
              <a:t>ain't</a:t>
            </a:r>
            <a:r>
              <a:rPr lang="en-US" dirty="0">
                <a:hlinkClick r:id="rId2"/>
              </a:rPr>
              <a:t> Markup Language</a:t>
            </a:r>
            <a:r>
              <a:rPr lang="en-US" dirty="0"/>
              <a:t>) (.</a:t>
            </a:r>
            <a:r>
              <a:rPr lang="en-US" dirty="0" err="1"/>
              <a:t>yml</a:t>
            </a:r>
            <a:r>
              <a:rPr lang="en-US" dirty="0"/>
              <a:t>)</a:t>
            </a:r>
          </a:p>
          <a:p>
            <a:pPr marL="560388" lvl="1" indent="-285750"/>
            <a:r>
              <a:rPr lang="en-US" dirty="0"/>
              <a:t>Much used for configuration files</a:t>
            </a:r>
          </a:p>
          <a:p>
            <a:pPr marL="560388" lvl="1" indent="-285750"/>
            <a:r>
              <a:rPr lang="en-US" dirty="0"/>
              <a:t>Can be used to store data in general</a:t>
            </a:r>
          </a:p>
          <a:p>
            <a:pPr marL="560388" lvl="1" indent="-285750"/>
            <a:r>
              <a:rPr lang="en-US" dirty="0"/>
              <a:t>Has a similar indented block structure as Python code</a:t>
            </a:r>
          </a:p>
          <a:p>
            <a:pPr marL="560388" lvl="1" indent="-285750"/>
            <a:r>
              <a:rPr lang="en-US" dirty="0"/>
              <a:t>Very human-readable (and human-writable) format </a:t>
            </a:r>
          </a:p>
          <a:p>
            <a:pPr marL="560388" lvl="1" indent="-285750"/>
            <a:r>
              <a:rPr lang="en-US" dirty="0"/>
              <a:t>See also </a:t>
            </a:r>
            <a:r>
              <a:rPr lang="nb-NO" dirty="0">
                <a:hlinkClick r:id="rId3"/>
              </a:rPr>
              <a:t>YAML </a:t>
            </a:r>
            <a:r>
              <a:rPr lang="nb-NO" dirty="0" err="1">
                <a:hlinkClick r:id="rId3"/>
              </a:rPr>
              <a:t>Ain’t</a:t>
            </a:r>
            <a:r>
              <a:rPr lang="nb-NO" dirty="0">
                <a:hlinkClick r:id="rId3"/>
              </a:rPr>
              <a:t> </a:t>
            </a:r>
            <a:r>
              <a:rPr lang="nb-NO" dirty="0" err="1">
                <a:hlinkClick r:id="rId3"/>
              </a:rPr>
              <a:t>Markup</a:t>
            </a:r>
            <a:r>
              <a:rPr lang="nb-NO" dirty="0">
                <a:hlinkClick r:id="rId3"/>
              </a:rPr>
              <a:t> Language (YAML™) Version 1.2 </a:t>
            </a:r>
            <a:r>
              <a:rPr lang="nb-NO" dirty="0"/>
              <a:t> </a:t>
            </a:r>
            <a:r>
              <a:rPr lang="en-US" dirty="0"/>
              <a:t>and </a:t>
            </a:r>
            <a:r>
              <a:rPr lang="nb-NO" dirty="0">
                <a:hlinkClick r:id="rId4"/>
              </a:rPr>
              <a:t>pyyaml.org/wiki/</a:t>
            </a:r>
            <a:r>
              <a:rPr lang="nb-NO" dirty="0" err="1">
                <a:hlinkClick r:id="rId4"/>
              </a:rPr>
              <a:t>PyYAMLDocumentation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XML (</a:t>
            </a:r>
            <a:r>
              <a:rPr lang="en-US">
                <a:hlinkClick r:id="rId5"/>
              </a:rPr>
              <a:t>Extensible Markup Language</a:t>
            </a:r>
            <a:r>
              <a:rPr lang="en-US"/>
              <a:t>) </a:t>
            </a:r>
            <a:r>
              <a:rPr lang="en-US" dirty="0"/>
              <a:t>(.xml)</a:t>
            </a:r>
          </a:p>
          <a:p>
            <a:pPr marL="560388" lvl="1" indent="-285750"/>
            <a:r>
              <a:rPr lang="en-US" dirty="0"/>
              <a:t>Has been around for a long time, related to HTML</a:t>
            </a:r>
          </a:p>
          <a:p>
            <a:pPr marL="560388" lvl="1" indent="-285750"/>
            <a:r>
              <a:rPr lang="en-US" dirty="0"/>
              <a:t>Very powerful</a:t>
            </a:r>
          </a:p>
          <a:p>
            <a:pPr marL="560388" lvl="1" indent="-285750"/>
            <a:r>
              <a:rPr lang="en-US" dirty="0"/>
              <a:t>Verbose and complex and used less in data science contexts today</a:t>
            </a:r>
          </a:p>
          <a:p>
            <a:pPr marL="560388" lvl="1" indent="-285750"/>
            <a:r>
              <a:rPr lang="en-US" dirty="0"/>
              <a:t>We will not look at reading it here</a:t>
            </a:r>
          </a:p>
          <a:p>
            <a:pPr marL="285750" indent="-285750"/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28D60E-DF0E-06A9-02AF-1CFBD1F6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745181"/>
          </a:xfrm>
        </p:spPr>
        <p:txBody>
          <a:bodyPr/>
          <a:lstStyle/>
          <a:p>
            <a:r>
              <a:rPr lang="nb-NO" dirty="0" err="1"/>
              <a:t>Common</a:t>
            </a:r>
            <a:r>
              <a:rPr lang="nb-NO" dirty="0"/>
              <a:t> file formats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EDB8F-EADA-2211-2354-A0FADE6702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547" y="1685682"/>
            <a:ext cx="2991267" cy="1743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75F00A-E4E4-9B19-8323-9A86B11E7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095" y="3897478"/>
            <a:ext cx="4505954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5798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D6725-C78F-1795-1F98-361A8F08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A75477-9FBF-1E74-1274-E5D17A5C2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509624"/>
            <a:ext cx="10082843" cy="46410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TOML (</a:t>
            </a:r>
            <a:r>
              <a:rPr lang="en-US" dirty="0">
                <a:hlinkClick r:id="rId2"/>
              </a:rPr>
              <a:t>Tom's Obvious, Minimal Language</a:t>
            </a:r>
            <a:r>
              <a:rPr lang="en-US" dirty="0"/>
              <a:t>, originally: Tom's Own Markup Language) (.</a:t>
            </a:r>
            <a:r>
              <a:rPr lang="en-US" dirty="0" err="1"/>
              <a:t>toml</a:t>
            </a:r>
            <a:r>
              <a:rPr lang="en-US" dirty="0"/>
              <a:t>)</a:t>
            </a:r>
          </a:p>
          <a:p>
            <a:pPr marL="560388" lvl="1" indent="-285750"/>
            <a:r>
              <a:rPr lang="nb-NO" dirty="0" err="1"/>
              <a:t>Much</a:t>
            </a:r>
            <a:r>
              <a:rPr lang="nb-NO" dirty="0"/>
              <a:t> used for </a:t>
            </a:r>
            <a:r>
              <a:rPr lang="nb-NO" dirty="0" err="1"/>
              <a:t>configuration</a:t>
            </a:r>
            <a:r>
              <a:rPr lang="nb-NO" dirty="0"/>
              <a:t> files</a:t>
            </a:r>
          </a:p>
          <a:p>
            <a:pPr marL="560388" lvl="1" indent="-285750"/>
            <a:r>
              <a:rPr lang="nb-NO" dirty="0"/>
              <a:t>In Python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often</a:t>
            </a:r>
            <a:r>
              <a:rPr lang="nb-NO" dirty="0"/>
              <a:t> </a:t>
            </a:r>
            <a:r>
              <a:rPr lang="nb-NO" dirty="0" err="1"/>
              <a:t>include</a:t>
            </a:r>
            <a:r>
              <a:rPr lang="nb-NO" dirty="0"/>
              <a:t> a </a:t>
            </a:r>
            <a:r>
              <a:rPr lang="nb-NO" dirty="0" err="1"/>
              <a:t>pyproject.toml</a:t>
            </a:r>
            <a:endParaRPr lang="nb-NO" dirty="0"/>
          </a:p>
          <a:p>
            <a:pPr marL="560388" lvl="1" indent="-285750"/>
            <a:r>
              <a:rPr lang="nb-NO" dirty="0"/>
              <a:t>Designed to be </a:t>
            </a:r>
            <a:r>
              <a:rPr lang="nb-NO" dirty="0" err="1"/>
              <a:t>easy</a:t>
            </a:r>
            <a:r>
              <a:rPr lang="nb-NO" dirty="0"/>
              <a:t> to </a:t>
            </a:r>
            <a:r>
              <a:rPr lang="nb-NO" dirty="0" err="1"/>
              <a:t>read</a:t>
            </a:r>
            <a:r>
              <a:rPr lang="nb-NO" dirty="0"/>
              <a:t> and </a:t>
            </a:r>
            <a:r>
              <a:rPr lang="nb-NO" dirty="0" err="1"/>
              <a:t>write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CCD277-D141-A545-BC38-96E030C5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206"/>
            <a:ext cx="10515600" cy="745181"/>
          </a:xfrm>
        </p:spPr>
        <p:txBody>
          <a:bodyPr/>
          <a:lstStyle/>
          <a:p>
            <a:r>
              <a:rPr lang="nb-NO" dirty="0" err="1"/>
              <a:t>Common</a:t>
            </a:r>
            <a:r>
              <a:rPr lang="nb-NO" dirty="0"/>
              <a:t> file formats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D5D01-4184-662D-7A46-FD5C62BFB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132" y="2024084"/>
            <a:ext cx="300079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1589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nnhold">
  <a:themeElements>
    <a:clrScheme name="NMBU - oppdaterte primærfarger">
      <a:dk1>
        <a:srgbClr val="000000"/>
      </a:dk1>
      <a:lt1>
        <a:srgbClr val="FFFFFF"/>
      </a:lt1>
      <a:dk2>
        <a:srgbClr val="025C4F"/>
      </a:dk2>
      <a:lt2>
        <a:srgbClr val="DBF8F3"/>
      </a:lt2>
      <a:accent1>
        <a:srgbClr val="53143A"/>
      </a:accent1>
      <a:accent2>
        <a:srgbClr val="008571"/>
      </a:accent2>
      <a:accent3>
        <a:srgbClr val="E7E3D1"/>
      </a:accent3>
      <a:accent4>
        <a:srgbClr val="F6F6EE"/>
      </a:accent4>
      <a:accent5>
        <a:srgbClr val="E1F782"/>
      </a:accent5>
      <a:accent6>
        <a:srgbClr val="0D3B34"/>
      </a:accent6>
      <a:hlink>
        <a:srgbClr val="56629F"/>
      </a:hlink>
      <a:folHlink>
        <a:srgbClr val="53143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39" id="{BDB662BC-372C-A243-9045-5D2891F7AC13}" vid="{735D50B8-F700-E046-B355-996ED1565CA6}"/>
    </a:ext>
  </a:extLst>
</a:theme>
</file>

<file path=ppt/theme/theme2.xml><?xml version="1.0" encoding="utf-8"?>
<a:theme xmlns:a="http://schemas.openxmlformats.org/drawingml/2006/main" name="Forsider">
  <a:themeElements>
    <a:clrScheme name="NMBU - oppdaterte primærfarger">
      <a:dk1>
        <a:srgbClr val="000000"/>
      </a:dk1>
      <a:lt1>
        <a:srgbClr val="FFFFFF"/>
      </a:lt1>
      <a:dk2>
        <a:srgbClr val="025C4F"/>
      </a:dk2>
      <a:lt2>
        <a:srgbClr val="DBF8F3"/>
      </a:lt2>
      <a:accent1>
        <a:srgbClr val="53143A"/>
      </a:accent1>
      <a:accent2>
        <a:srgbClr val="008571"/>
      </a:accent2>
      <a:accent3>
        <a:srgbClr val="E7E3D1"/>
      </a:accent3>
      <a:accent4>
        <a:srgbClr val="F6F6EE"/>
      </a:accent4>
      <a:accent5>
        <a:srgbClr val="E1F782"/>
      </a:accent5>
      <a:accent6>
        <a:srgbClr val="5BBEAF"/>
      </a:accent6>
      <a:hlink>
        <a:srgbClr val="56629F"/>
      </a:hlink>
      <a:folHlink>
        <a:srgbClr val="53143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39" id="{BDB662BC-372C-A243-9045-5D2891F7AC13}" vid="{3DE453D9-F2B0-764C-960F-3FF6DF2E2736}"/>
    </a:ext>
  </a:extLst>
</a:theme>
</file>

<file path=ppt/theme/theme3.xml><?xml version="1.0" encoding="utf-8"?>
<a:theme xmlns:a="http://schemas.openxmlformats.org/drawingml/2006/main" name="Profilelementer og guides">
  <a:themeElements>
    <a:clrScheme name="NMBU - oppdaterte primærfarger">
      <a:dk1>
        <a:srgbClr val="000000"/>
      </a:dk1>
      <a:lt1>
        <a:srgbClr val="FFFFFF"/>
      </a:lt1>
      <a:dk2>
        <a:srgbClr val="025C4F"/>
      </a:dk2>
      <a:lt2>
        <a:srgbClr val="DBF8F3"/>
      </a:lt2>
      <a:accent1>
        <a:srgbClr val="53143A"/>
      </a:accent1>
      <a:accent2>
        <a:srgbClr val="008571"/>
      </a:accent2>
      <a:accent3>
        <a:srgbClr val="E7E3D1"/>
      </a:accent3>
      <a:accent4>
        <a:srgbClr val="F6F6EE"/>
      </a:accent4>
      <a:accent5>
        <a:srgbClr val="E1F782"/>
      </a:accent5>
      <a:accent6>
        <a:srgbClr val="0D3B34"/>
      </a:accent6>
      <a:hlink>
        <a:srgbClr val="56629F"/>
      </a:hlink>
      <a:folHlink>
        <a:srgbClr val="53143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39" id="{BDB662BC-372C-A243-9045-5D2891F7AC13}" vid="{17005BFB-A729-AA4D-B2E2-653A1CBD5EF2}"/>
    </a:ext>
  </a:extLst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36CF62C7F0D7649AFCDB69053F352BC" ma:contentTypeVersion="3" ma:contentTypeDescription="Opprett et nytt dokument." ma:contentTypeScope="" ma:versionID="17468fd059e320ca741f35570c21b8b9">
  <xsd:schema xmlns:xsd="http://www.w3.org/2001/XMLSchema" xmlns:xs="http://www.w3.org/2001/XMLSchema" xmlns:p="http://schemas.microsoft.com/office/2006/metadata/properties" xmlns:ns2="0d9cdf7c-b0a7-4f82-8f53-2e3149975198" targetNamespace="http://schemas.microsoft.com/office/2006/metadata/properties" ma:root="true" ma:fieldsID="eb4c3adcc21116d796f25f48f51739fd" ns2:_="">
    <xsd:import namespace="0d9cdf7c-b0a7-4f82-8f53-2e31499751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9cdf7c-b0a7-4f82-8f53-2e3149975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FF3496-EF42-452A-8DB7-CA9AB9BEB8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9cdf7c-b0a7-4f82-8f53-2e31499751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68CF72-A134-4C89-8E8B-AA169AA778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3B4CA4-A1CE-4528-9ED0-12373D4B0F6F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0d9cdf7c-b0a7-4f82-8f53-2e3149975198"/>
  </ds:schemaRefs>
</ds:datastoreItem>
</file>

<file path=docMetadata/LabelInfo.xml><?xml version="1.0" encoding="utf-8"?>
<clbl:labelList xmlns:clbl="http://schemas.microsoft.com/office/2020/mipLabelMetadata">
  <clbl:label id="{fd2c0a6e-2c12-4688-9c96-cb4c6b822d2a}" enabled="1" method="Privileged" siteId="{eec01f8e-737f-43e3-9ed5-f8a59913bd8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Mal NMBU-presentasjon felles</Template>
  <TotalTime>7370</TotalTime>
  <Words>3047</Words>
  <Application>Microsoft Office PowerPoint</Application>
  <PresentationFormat>Widescreen</PresentationFormat>
  <Paragraphs>393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Black</vt:lpstr>
      <vt:lpstr>Calibri</vt:lpstr>
      <vt:lpstr>Courier New</vt:lpstr>
      <vt:lpstr>Innhold</vt:lpstr>
      <vt:lpstr>Forsider</vt:lpstr>
      <vt:lpstr>Profilelementer og guides</vt:lpstr>
      <vt:lpstr>INF201 – Lecture 04</vt:lpstr>
      <vt:lpstr>PowerPoint Presentation</vt:lpstr>
      <vt:lpstr>Brief recap for new (and old) students</vt:lpstr>
      <vt:lpstr>How do we use GenAI in INF201?</vt:lpstr>
      <vt:lpstr>Mandatory assignments (week 37- 40)</vt:lpstr>
      <vt:lpstr>PowerPoint Presentation</vt:lpstr>
      <vt:lpstr>Why use version control</vt:lpstr>
      <vt:lpstr>How to use version control</vt:lpstr>
      <vt:lpstr>How to use version control</vt:lpstr>
      <vt:lpstr>Git Resources</vt:lpstr>
      <vt:lpstr>How does git work?</vt:lpstr>
      <vt:lpstr>Git terminology</vt:lpstr>
      <vt:lpstr>Basic Git workflow</vt:lpstr>
      <vt:lpstr>Basic Git workflow</vt:lpstr>
      <vt:lpstr>What’s the deal with the staging area?</vt:lpstr>
      <vt:lpstr>What’s the deal with the staging area?</vt:lpstr>
      <vt:lpstr>What is a commit? </vt:lpstr>
      <vt:lpstr>What is a commit? Some more terminology…</vt:lpstr>
      <vt:lpstr>Braches are very useful</vt:lpstr>
      <vt:lpstr>Braches are very useful</vt:lpstr>
      <vt:lpstr>More Git terminology</vt:lpstr>
      <vt:lpstr>More Git terminology</vt:lpstr>
      <vt:lpstr>More Git terminology – Working with remote server</vt:lpstr>
      <vt:lpstr>More Git terminology – Working with remote server</vt:lpstr>
      <vt:lpstr>Git commands – An overview</vt:lpstr>
      <vt:lpstr>Git commands – An overview</vt:lpstr>
      <vt:lpstr>Git commands – Setup and identity</vt:lpstr>
      <vt:lpstr>Git commands – Getting started</vt:lpstr>
      <vt:lpstr>Git commands – Local daily use</vt:lpstr>
      <vt:lpstr>Git commands – Syncing with remote (GitHub)</vt:lpstr>
      <vt:lpstr>Git commands – Inspecting changes</vt:lpstr>
      <vt:lpstr>Git commands – Branching</vt:lpstr>
      <vt:lpstr>Git commands – Safety and diagnostics</vt:lpstr>
      <vt:lpstr>PowerPoint Presentation</vt:lpstr>
      <vt:lpstr>How do I get started?</vt:lpstr>
      <vt:lpstr>Setting up a GitHub repository</vt:lpstr>
      <vt:lpstr>A note on venv and git</vt:lpstr>
      <vt:lpstr>More about collaborative workflows next week…</vt:lpstr>
      <vt:lpstr>Common file formats</vt:lpstr>
      <vt:lpstr>Common file formats</vt:lpstr>
      <vt:lpstr>Common file formats</vt:lpstr>
      <vt:lpstr>Common file formats</vt:lpstr>
    </vt:vector>
  </TitlesOfParts>
  <Company>NMBU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Turid Torheim</dc:creator>
  <cp:lastModifiedBy>Turid Torheim</cp:lastModifiedBy>
  <cp:revision>2</cp:revision>
  <dcterms:created xsi:type="dcterms:W3CDTF">2026-09-10T09:54:29Z</dcterms:created>
  <dcterms:modified xsi:type="dcterms:W3CDTF">2026-09-28T10:32:13Z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0x010100336CF62C7F0D7649AFCDB69053F352BC</vt:lpwstr>
  </property>
  <property fmtid="{D5CDD505-2E9C-101B-9397-08002B2CF9AE}" pid="3" name="Order">
    <vt:r8>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